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2402713b-3443-d8bb-f636-50e194f56fde}">
          <p14:sldIdLst>
            <p14:sldId id="256"/>
            <p14:sldId id="257"/>
          </p14:sldIdLst>
        </p14:section>
        <p14:section name="01 훈련목적 및 추진체계" id="{b1851344-5368-9cc1-e228-43d9a2b9ead8}">
          <p14:sldIdLst>
            <p14:sldId id="258"/>
          </p14:sldIdLst>
        </p14:section>
        <p14:section name="02 도로터널 훈련배경" id="{8da1f26c-874d-f2af-a2f9-394b5da1af28}">
          <p14:sldIdLst>
            <p14:sldId id="259"/>
            <p14:sldId id="260"/>
          </p14:sldIdLst>
        </p14:section>
        <p14:section name="03 훈련개요 및 중점사항" id="{03e016eb-1241-f2ad-a6df-7b9b97fc2578}">
          <p14:sldIdLst>
            <p14:sldId id="261"/>
            <p14:sldId id="262"/>
            <p14:sldId id="263"/>
          </p14:sldIdLst>
        </p14:section>
        <p14:section name="04 온석터널 시설현황 및 특성" id="{e5ebb9d4-74ee-778f-6deb-1efbc9d8a272}">
          <p14:sldIdLst>
            <p14:sldId id="264"/>
          </p14:sldIdLst>
        </p14:section>
        <p14:section name="05 교통통제 및 우회도로 운영" id="{f0aa7378-97de-e480-d84d-a620d6d702ef}">
          <p14:sldIdLst>
            <p14:sldId id="265"/>
          </p14:sldIdLst>
        </p14:section>
        <p14:section name="06 상황전파 및 기관별 대응체계" id="{2e526abe-d11a-3c63-b301-2163eec77c2b}">
          <p14:sldIdLst>
            <p14:sldId id="266"/>
            <p14:sldId id="267"/>
            <p14:sldId id="268"/>
          </p14:sldIdLst>
        </p14:section>
        <p14:section name="마무리" id="{1e118b3a-ae38-0860-946a-bcdcafe23e1a}">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(사회자 소개 후) 안녕하십니까? 예산국토관리사무소 시설안전관리과장 최병목입니다.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(대본에 별도 멘트가 없는 장입니다. 인사 후 바로 다음 장으로 넘깁니다.)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안전한국훈련의 목적과 추진체계에 대해 말씀드리겠습니다. 행정안전부가 총괄하는 재난대응 안전한국훈련은 「재난 및 안전관리 기본법」 제35조 및 같은 법 시행령 제43조의14에 따라 국가 재난관리 조직의 현장 대응능력을 강화하기 위해 실시하는 관계기관 합동훈련입니다. 금일 훈련은 그 일환으로 추진하는 도로 분야 복합재난 대응훈련으로, 대전지방국토관리청 소속 4개 국토관리사무소가 매년 순환하여 실시하며, 올해는 예산국토관리사무소에서 진행합니다.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훈련배경입니다. 도로터널은 폐쇄적인 공간 특성상 화재나 화학물질 누출 시 시야확보와 대피가 어렵고, 후속 차량의 진입과 정체가 겹치면서 대규모 인명피해로 확대될 우려가 있습니다. 특히, 충청남도는 대규모 산업단지가 밀집하여 화물차와 위험물질 운송차량의 통행이 많은 지역으로, 최근 통계에서도 화물차 교통사고 비율 전국 3위, 위험물질 운송차량 사고 전국 2위 수준으로 나타나고 있습니다. 그중 온석터널이 위치한 서산지역은 대산산업단지 등을 중심으로 화물차와 위험물질 운송차량의 통행이 매우 많은 지역입니다.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또한, 2026년 7월에는 충남 서천IC 인근에서 운행 중이던 탱크로리에서 황산이 누출되어 도로가 통제되고 인근 주민이 대피하는 사고가 실제 발생하는 등, 도로상 화학사고에 대비한 관계기관 합동대응이 중요해지고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훈련개요 및 중점사항입니다. 금일 훈련은 10월 22일 오후 2시부터 4시까지, 국도32호선 온석터널 서산방향 일원에서 진행하며, 1부 현장훈련과 2부 토론훈련으로 구성하였습니다. 1부 현장훈련에서는 사고발생부터 수습·복구까지 현장 합동대응을 실시하고, 2부에서는 현장훈련 강평과 관계기관 협업체계에 대한 개선방안을 논의할 예정입니다.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훈련상황은 터널 내 화물차 추돌에 따른 화학물질 누출과 화재, 초등학생 탑승 차량의 고립을 가정하였습니다. 졸음운전 화물차가 터널 벽면에 충돌하고, 뒤따르던 탱크로리가 추돌하면서 하부 밸브가 손상되고 벤젠 약 20L가 누출됩니다. 누출된 벤젠증기에 불이 붙으면서 화재가 발생하고, 후방의 초등학생 탑승 승합차량이 급정지하여 고립됩니다. 이 과정에서 화물차 운전자 2명이 중상, 초등학생 승합차량 인솔자 3명이 연기를 흡입하고, 교사·학생 23명이 긴급히 대피해야 하는 상황입니다.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훈련에는 대전지방국토관리청과 예산국토관리사무소를 비롯하여 서산화학재난합동방재센터, 서산시, 서산소방서 등 11개 관계기관·단체의 인원 약 90여명과 장비 16대가 참여합니다. 이번 훈련의 중점사항은 도로재난과 화학사고가 복합적으로 발생한 현장에서 기관별 대응체계가 유기적으로 연계되는지를 점검하는 것입니다. 특히, 어린이 등 재난취약계층의 대피·구조와 응급의료 협업체계를 확인하고, 학생들이 실제 대피 과정에 참여함으로써 어린이 재난대응 역량과 지역사회 안전의식을 높이는 계기가 되고자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훈련장소인 온석터널 시설현황에 대해 간략히 설명드리겠습니다. 온석터널은 국도32호선에 위치한 연장 340m의 연장등급 4등급 단터널로, 2016년에 서산시 국도대체우회도로 건설공사를 통해 준공되었습니다. 온석터널에는 관련 설치기준에 따라 소화기, CCTV, 조명제어설비 등 기본적인 방재시설을 갖추고 있습니다. 평상시 약 60% 수준으로 운영되는 터널조명은 사고 발생 시 100%로 전환하여 현장 시야를 확보하며, 터널통합관리센터에서 CCTV로 상시 모니터링하고, 사고발생 시 현장출동조는 약 2분 이내에 현장 대응이 가능합니다. 이번 훈련은 오히려 이러한 단터널의 특성을 적극적으로 반영하였습니다. 화물차 통행이 많은 국도 구간에서 대형 화재와 화학물질 사고가 발생할 경우, 장대터널과 같이 다양한 방재설비에 의존하기보다는 초기 상황인지와 현장통제, 신속한 관계기관 출동 및 기관 간 공조가 얼마나 효과적으로 이루어지는지를 점검하는 데 중점을 두었습니다.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교통통제 및 우회도로 운영계획입니다. 금일 훈련으로 온석터널 서산방향 훈련구간을 통제하고, 화면과 같이 우회도로를 운영하고 있습니다. 우회차량은 온석교차로에서 온석1길을 경유한 후, 일람교차로에서 국도29호선으로 합류하게 됩니다. 다만, 본선 전면차단에 따른 지역주민과 도로 이용자의 불편을 최소화하기 위해, 경찰과 합의하에 부산교차로에서 진입한 본선 차량은 비상회차로를 활용하여 교차통행하도록 운영하고 있습니다. 또한 이러한 교통정보는 ITS센터의 협조를 받아 VMS 표출, 내비게이션사 정보제공을 통해 국민에게 교통통제 및 우회정보를 안내하고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상황전파와 기관별 대응체계입니다. 터널통합관리센터는 CCTV로 사고를 인지한 즉시 방재시설을 가동하고 현장출동조를 투입하며, 경찰·소방·ITS센터에 상황을 전파하고 예산국토관리사무소에 보고합니다. 예산국토는 대전지방국토관리청에 보고하고 관계기관에 협조를 요청하며, 대전국토청은 상황판단회의를 거쳐 지역사고수습본부를 설치·운영합니다.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현장에서는 경찰이 교통통제와 긴급차량 진입로를 확보하고, 소방이 화재진압·인명구조 및 초기제독을 실시합니다. 화학재난합동방재센터는 오염도 측정·분석과 화학물질 영향범위 판단을 지원하고, 서산시는 현장통합지원본부를, 보건소는 현장응급의료소를 운영하며, 군부대는 제독차량을 투입합니다.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이후 예산국토에서 사고차량 견인과 파손시설 복구, 터널 안전점검을 실시하고, 안전을 확인한 후 경찰 등 관계기관과 협의하여 통행을 재개합니다. 이와 같은 대응과정을 통해 기관 간 협조체계가 실제 현장에서 작동하는지를 확인하고, 훈련에서 도출된 개선사항은 매뉴얼과 후속 조치에 반영하겠습니다.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이상으로 훈련개요 브리핑을 마치겠습니다.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2247900"/>
            <a:ext cx="5334000" cy="1714500"/>
          </a:xfrm>
          <a:prstGeom prst="rect">
            <a:avLst/>
          </a:prstGeom>
          <a:noFill/>
          <a:ln/>
        </p:spPr>
        <p:txBody>
          <a:bodyPr wrap="square" rtlCol="0"/>
          <a:lstStyle>
            <a:lvl1pPr algn="l" indent="0" marL="0">
              <a:lnSpc>
                <a:spcPct val="97600"/>
              </a:lnSpc>
              <a:buNone/>
              <a:defRPr lang="en-US" sz="5400" spc="-100" kern="0" dirty="0">
                <a:solidFill>
                  <a:schemeClr val="bg1"/>
                </a:solidFill>
                <a:latin typeface="Paperlogy 9 Black" pitchFamily="34" charset="0"/>
                <a:ea typeface="Paperlogy 9 Black" pitchFamily="34" charset="-127"/>
                <a:cs typeface="Paperlogy 9 Black" pitchFamily="34" charset="-120"/>
              </a:defRPr>
            </a:lvl1pPr>
          </a:lstStyle>
          <a:p>
            <a:pPr algn="l" indent="0" marL="0">
              <a:lnSpc>
                <a:spcPct val="97600"/>
              </a:lnSpc>
              <a:buNone/>
            </a:pPr>
            <a:endParaRPr lang="en-US" sz="5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2571750"/>
            <a:ext cx="4953000" cy="914400"/>
          </a:xfrm>
          <a:prstGeom prst="rect">
            <a:avLst/>
          </a:prstGeom>
          <a:noFill/>
          <a:ln/>
        </p:spPr>
        <p:txBody>
          <a:bodyPr wrap="square" rtlCol="0"/>
          <a:lstStyle>
            <a:lvl1pPr algn="l" indent="0" marL="0">
              <a:lnSpc>
                <a:spcPct val="97600"/>
              </a:lnSpc>
              <a:buNone/>
              <a:defRPr lang="en-US" sz="6000" spc="-100" kern="0" dirty="0">
                <a:solidFill>
                  <a:schemeClr val="bg1"/>
                </a:solidFill>
                <a:latin typeface="Paperlogy 9 Black" pitchFamily="34" charset="0"/>
                <a:ea typeface="Paperlogy 9 Black" pitchFamily="34" charset="-127"/>
                <a:cs typeface="Paperlogy 9 Black" pitchFamily="34" charset="-120"/>
              </a:defRPr>
            </a:lvl1pPr>
          </a:lstStyle>
          <a:p>
            <a:pPr algn="l" indent="0" marL="0">
              <a:lnSpc>
                <a:spcPct val="97600"/>
              </a:lnSpc>
              <a:buNone/>
            </a:pPr>
            <a:endParaRPr lang="en-US" sz="6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GENDA">
    <p:bg>
      <p:bgPr>
        <a:solidFill>
          <a:schemeClr val="bg1"/>
        </a:solidFill>
      </p:bgPr>
    </p:bg>
    <p:spTree>
      <p:nvGrpSpPr>
        <p:cNvPr id="1" name=""/>
        <p:cNvGrpSpPr/>
        <p:nvPr/>
      </p:nvGrpSpPr>
      <p:grpSpPr>
        <a:xfrm>
          <a:off x="0" y="0"/>
          <a:ext cx="0" cy="0"/>
          <a:chOff x="0" y="0"/>
          <a:chExt cx="0" cy="0"/>
        </a:xfrm>
      </p:grpSpPr>
      <p:sp>
        <p:nvSpPr>
          <p:cNvPr id="2" name="Shape 0"/>
          <p:cNvSpPr/>
          <p:nvPr/>
        </p:nvSpPr>
        <p:spPr>
          <a:xfrm>
            <a:off x="0" y="0"/>
            <a:ext cx="4267200" cy="6858000"/>
          </a:xfrm>
          <a:prstGeom prst="rect">
            <a:avLst/>
          </a:prstGeom>
          <a:solidFill>
            <a:schemeClr val="tx2"/>
          </a:solidFill>
          <a:ln/>
        </p:spPr>
      </p:sp>
      <p:sp>
        <p:nvSpPr>
          <p:cNvPr id="3" name="Text 1"/>
          <p:cNvSpPr txBox="1"/>
          <p:nvPr/>
        </p:nvSpPr>
        <p:spPr>
          <a:xfrm>
            <a:off x="4953000" y="6438900"/>
            <a:ext cx="5715000" cy="190500"/>
          </a:xfrm>
          <a:prstGeom prst="rect">
            <a:avLst/>
          </a:prstGeom>
          <a:noFill/>
          <a:ln/>
        </p:spPr>
        <p:txBody>
          <a:bodyPr wrap="square" lIns="0" tIns="0" rIns="0" bIns="0" rtlCol="0" anchor="ctr"/>
          <a:lstStyle/>
          <a:p>
            <a:pPr algn="l" indent="0" marL="0">
              <a:lnSpc>
                <a:spcPct val="101900"/>
              </a:lnSpc>
              <a:buNone/>
            </a:pPr>
            <a:r>
              <a:rPr lang="ko-KR" altLang="en-US" sz="1000" dirty="0">
                <a:solidFill>
                  <a:schemeClr val="accent5"/>
                </a:solidFill>
                <a:latin typeface="Paperlogy 4 Regular" pitchFamily="34" charset="0"/>
                <a:ea typeface="Paperlogy 4 Regular" pitchFamily="34" charset="-127"/>
                <a:cs typeface="Paperlogy 4 Regular" pitchFamily="34" charset="-120"/>
              </a:rPr>
              <a:t>2026 재난대응 안전한국훈련  |  온석터널 훈련개요 브리핑</a:t>
            </a:r>
            <a:endParaRPr lang="ko-KR" sz="1000" dirty="0"/>
          </a:p>
        </p:txBody>
      </p:sp>
      <p:sp>
        <p:nvSpPr>
          <p:cNvPr id="4" name="Text 2"/>
          <p:cNvSpPr/>
          <p:nvPr>
            <p:ph idx="102" type="title" hasCustomPrompt="1"/>
          </p:nvPr>
        </p:nvSpPr>
        <p:spPr>
          <a:xfrm>
            <a:off x="685800" y="2857500"/>
            <a:ext cx="3238500" cy="666750"/>
          </a:xfrm>
          <a:prstGeom prst="rect">
            <a:avLst/>
          </a:prstGeom>
          <a:noFill/>
          <a:ln/>
        </p:spPr>
        <p:txBody>
          <a:bodyPr wrap="square" rtlCol="0"/>
          <a:lstStyle>
            <a:lvl1pPr algn="l" indent="0" marL="0">
              <a:lnSpc>
                <a:spcPct val="97600"/>
              </a:lnSpc>
              <a:buNone/>
              <a:defRPr lang="en-US" sz="4400" spc="-50" kern="0" dirty="0">
                <a:solidFill>
                  <a:schemeClr val="bg1"/>
                </a:solidFill>
                <a:latin typeface="Paperlogy 8 ExtraBold" pitchFamily="34" charset="0"/>
                <a:ea typeface="Paperlogy 8 ExtraBold" pitchFamily="34" charset="-127"/>
                <a:cs typeface="Paperlogy 8 ExtraBold" pitchFamily="34" charset="-120"/>
              </a:defRPr>
            </a:lvl1pPr>
          </a:lstStyle>
          <a:p>
            <a:pPr algn="l" indent="0" marL="0">
              <a:lnSpc>
                <a:spcPct val="97600"/>
              </a:lnSpc>
              <a:buNone/>
            </a:pPr>
            <a:endParaRPr lang="en-US" sz="4400" dirty="0"/>
          </a:p>
        </p:txBody>
      </p:sp>
      <p:sp>
        <p:nvSpPr>
          <p:cNvPr id="25" name="Slide Number Placeholder 0"/>
          <p:cNvSpPr>
            <a:spLocks noGrp="1"/>
          </p:cNvSpPr>
          <p:nvPr>
            <p:ph type="sldNum" sz="quarter" idx="4294967295"/>
          </p:nvPr>
        </p:nvSpPr>
        <p:spPr>
          <a:xfrm>
            <a:off x="10553700" y="6438900"/>
            <a:ext cx="952500" cy="1905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latin typeface="Paperlogy 6 SemiBold"/>
                <a:ea typeface="Paperlogy 6 SemiBold"/>
                <a:cs typeface="Paperlogy 6 SemiBold"/>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txBox="1"/>
          <p:nvPr/>
        </p:nvSpPr>
        <p:spPr>
          <a:xfrm>
            <a:off x="685800" y="6438900"/>
            <a:ext cx="6667500" cy="190500"/>
          </a:xfrm>
          <a:prstGeom prst="rect">
            <a:avLst/>
          </a:prstGeom>
          <a:noFill/>
          <a:ln/>
        </p:spPr>
        <p:txBody>
          <a:bodyPr wrap="square" lIns="0" tIns="0" rIns="0" bIns="0" rtlCol="0" anchor="ctr"/>
          <a:lstStyle/>
          <a:p>
            <a:pPr algn="l" indent="0" marL="0">
              <a:lnSpc>
                <a:spcPct val="101900"/>
              </a:lnSpc>
              <a:buNone/>
            </a:pPr>
            <a:r>
              <a:rPr lang="ko-KR" altLang="en-US" sz="1000" dirty="0">
                <a:solidFill>
                  <a:schemeClr val="accent5"/>
                </a:solidFill>
                <a:latin typeface="Paperlogy 4 Regular" pitchFamily="34" charset="0"/>
                <a:ea typeface="Paperlogy 4 Regular" pitchFamily="34" charset="-127"/>
                <a:cs typeface="Paperlogy 4 Regular" pitchFamily="34" charset="-120"/>
              </a:rPr>
              <a:t>2026 재난대응 안전한국훈련  |  온석터널 훈련개요 브리핑</a:t>
            </a:r>
            <a:endParaRPr lang="ko-KR" sz="1000" dirty="0"/>
          </a:p>
        </p:txBody>
      </p:sp>
      <p:sp>
        <p:nvSpPr>
          <p:cNvPr id="3" name="Text 1"/>
          <p:cNvSpPr/>
          <p:nvPr>
            <p:ph idx="101" type="title" hasCustomPrompt="1"/>
          </p:nvPr>
        </p:nvSpPr>
        <p:spPr>
          <a:xfrm>
            <a:off x="685800" y="666750"/>
            <a:ext cx="10820400" cy="495300"/>
          </a:xfrm>
          <a:prstGeom prst="rect">
            <a:avLst/>
          </a:prstGeom>
          <a:noFill/>
          <a:ln/>
        </p:spPr>
        <p:txBody>
          <a:bodyPr wrap="square" rtlCol="0"/>
          <a:lstStyle>
            <a:lvl1pPr algn="l" indent="0" marL="0">
              <a:lnSpc>
                <a:spcPct val="101900"/>
              </a:lnSpc>
              <a:buNone/>
              <a:defRPr lang="en-US" sz="3000" spc="-50" kern="0" dirty="0">
                <a:solidFill>
                  <a:schemeClr val="tx2"/>
                </a:solidFill>
                <a:latin typeface="Paperlogy 8 ExtraBold" pitchFamily="34" charset="0"/>
                <a:ea typeface="Paperlogy 8 ExtraBold" pitchFamily="34" charset="-127"/>
                <a:cs typeface="Paperlogy 8 ExtraBold" pitchFamily="34" charset="-120"/>
              </a:defRPr>
            </a:lvl1pPr>
          </a:lstStyle>
          <a:p>
            <a:pPr algn="l" indent="0" marL="0">
              <a:lnSpc>
                <a:spcPct val="101900"/>
              </a:lnSpc>
              <a:buNone/>
            </a:pPr>
            <a:endParaRPr lang="en-US" sz="3000" dirty="0"/>
          </a:p>
        </p:txBody>
      </p:sp>
      <p:sp>
        <p:nvSpPr>
          <p:cNvPr id="25" name="Slide Number Placeholder 0"/>
          <p:cNvSpPr>
            <a:spLocks noGrp="1"/>
          </p:cNvSpPr>
          <p:nvPr>
            <p:ph type="sldNum" sz="quarter" idx="4294967295"/>
          </p:nvPr>
        </p:nvSpPr>
        <p:spPr>
          <a:xfrm>
            <a:off x="10553700" y="6438900"/>
            <a:ext cx="952500" cy="1905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latin typeface="Paperlogy 6 SemiBold"/>
                <a:ea typeface="Paperlogy 6 SemiBold"/>
                <a:cs typeface="Paperlogy 6 SemiBold"/>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553700" y="6438900"/>
            <a:ext cx="952500" cy="1905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latin typeface="Paperlogy 6 SemiBold"/>
                <a:ea typeface="Paperlogy 6 SemiBold"/>
                <a:cs typeface="Paperlogy 6 SemiBold"/>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5.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5.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5.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5.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5.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5.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5.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5.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5.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5.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5.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85800" y="2247900"/>
            <a:ext cx="5334000" cy="1714500"/>
          </a:xfrm>
          <a:prstGeom prst="rect">
            <a:avLst/>
          </a:prstGeom>
          <a:noFill/>
          <a:ln/>
        </p:spPr>
        <p:txBody>
          <a:bodyPr wrap="square" lIns="0" tIns="0" rIns="0" bIns="0" rtlCol="0" anchor="t"/>
          <a:lstStyle/>
          <a:p>
            <a:pPr algn="l" indent="0" marL="0">
              <a:lnSpc>
                <a:spcPct val="97600"/>
              </a:lnSpc>
              <a:buNone/>
            </a:pPr>
            <a:r>
              <a:rPr lang="ko-KR" altLang="en-US" sz="5400" spc="-100" kern="0" dirty="0">
                <a:solidFill>
                  <a:schemeClr val="bg1"/>
                </a:solidFill>
                <a:latin typeface="Paperlogy 9 Black" pitchFamily="34" charset="0"/>
                <a:ea typeface="Paperlogy 9 Black" pitchFamily="34" charset="-127"/>
                <a:cs typeface="Paperlogy 9 Black" pitchFamily="34" charset="-120"/>
              </a:rPr>
              <a:t>온석터널</a:t>
            </a:r>
            <a:endParaRPr lang="en-US" sz="5400" dirty="0"/>
          </a:p>
          <a:p>
            <a:pPr algn="l" indent="0" marL="0">
              <a:lnSpc>
                <a:spcPct val="97600"/>
              </a:lnSpc>
              <a:buNone/>
            </a:pPr>
            <a:r>
              <a:rPr lang="ko-KR" altLang="en-US" sz="5400" spc="-100" kern="0" dirty="0">
                <a:solidFill>
                  <a:schemeClr val="bg1"/>
                </a:solidFill>
                <a:latin typeface="Paperlogy 9 Black" pitchFamily="34" charset="0"/>
                <a:ea typeface="Paperlogy 9 Black" pitchFamily="34" charset="-127"/>
                <a:cs typeface="Paperlogy 9 Black" pitchFamily="34" charset="-120"/>
              </a:rPr>
              <a:t>훈련개요 브리핑</a:t>
            </a:r>
            <a:endParaRPr lang="en-US" sz="5400" dirty="0"/>
          </a:p>
        </p:txBody>
      </p:sp>
      <p:pic>
        <p:nvPicPr>
          <p:cNvPr id="3" name="Tunnel artwork" descr="">    </p:cNvPr>
          <p:cNvPicPr>
            <a:picLocks noChangeAspect="1"/>
          </p:cNvPicPr>
          <p:nvPr/>
        </p:nvPicPr>
        <p:blipFill>
          <a:blip r:embed="rId1"/>
          <a:stretch>
            <a:fillRect/>
          </a:stretch>
        </p:blipFill>
        <p:spPr>
          <a:xfrm>
            <a:off x="5334000" y="0"/>
            <a:ext cx="6858000" cy="6858000"/>
          </a:xfrm>
          <a:prstGeom prst="rect">
            <a:avLst/>
          </a:prstGeom>
        </p:spPr>
      </p:pic>
      <p:sp>
        <p:nvSpPr>
          <p:cNvPr id="4" name="Text 1"/>
          <p:cNvSpPr txBox="1"/>
          <p:nvPr/>
        </p:nvSpPr>
        <p:spPr>
          <a:xfrm>
            <a:off x="685800" y="1847850"/>
            <a:ext cx="4953000" cy="285750"/>
          </a:xfrm>
          <a:prstGeom prst="rect">
            <a:avLst/>
          </a:prstGeom>
          <a:noFill/>
          <a:ln/>
        </p:spPr>
        <p:txBody>
          <a:bodyPr wrap="square" lIns="0" tIns="0" rIns="0" bIns="0" rtlCol="0" anchor="ctr"/>
          <a:lstStyle/>
          <a:p>
            <a:pPr algn="l" indent="0" marL="0">
              <a:lnSpc>
                <a:spcPct val="101900"/>
              </a:lnSpc>
              <a:buNone/>
            </a:pPr>
            <a:r>
              <a:rPr lang="ko-KR" altLang="en-US" sz="1600" dirty="0">
                <a:solidFill>
                  <a:schemeClr val="accent3"/>
                </a:solidFill>
                <a:latin typeface="Paperlogy 6 SemiBold" pitchFamily="34" charset="0"/>
                <a:ea typeface="Paperlogy 6 SemiBold" pitchFamily="34" charset="-127"/>
                <a:cs typeface="Paperlogy 6 SemiBold" pitchFamily="34" charset="-120"/>
              </a:rPr>
              <a:t>2026 재난대응 안전한국훈련</a:t>
            </a:r>
            <a:endParaRPr lang="ko-KR" sz="1600" dirty="0"/>
          </a:p>
        </p:txBody>
      </p:sp>
      <p:sp>
        <p:nvSpPr>
          <p:cNvPr id="5" name="Text 2"/>
          <p:cNvSpPr txBox="1"/>
          <p:nvPr/>
        </p:nvSpPr>
        <p:spPr>
          <a:xfrm>
            <a:off x="685800" y="4076700"/>
            <a:ext cx="5715000" cy="285750"/>
          </a:xfrm>
          <a:prstGeom prst="rect">
            <a:avLst/>
          </a:prstGeom>
          <a:noFill/>
          <a:ln/>
        </p:spPr>
        <p:txBody>
          <a:bodyPr wrap="square" lIns="0" tIns="0" rIns="0" bIns="0" rtlCol="0" anchor="ctr"/>
          <a:lstStyle/>
          <a:p>
            <a:pPr algn="l" indent="0" marL="0">
              <a:lnSpc>
                <a:spcPct val="101900"/>
              </a:lnSpc>
              <a:buNone/>
            </a:pPr>
            <a:r>
              <a:rPr lang="ko-KR" altLang="en-US" sz="1700" dirty="0">
                <a:solidFill>
                  <a:schemeClr val="accent4"/>
                </a:solidFill>
                <a:latin typeface="Paperlogy 5 Medium" pitchFamily="34" charset="0"/>
                <a:ea typeface="Paperlogy 5 Medium" pitchFamily="34" charset="-127"/>
                <a:cs typeface="Paperlogy 5 Medium" pitchFamily="34" charset="-120"/>
              </a:rPr>
              <a:t>도로 분야 복합재난 대응훈련  |  국도32호선 온석터널</a:t>
            </a:r>
            <a:endParaRPr lang="ko-KR" sz="1700" dirty="0"/>
          </a:p>
        </p:txBody>
      </p:sp>
      <p:sp>
        <p:nvSpPr>
          <p:cNvPr id="6" name="Text 3"/>
          <p:cNvSpPr txBox="1"/>
          <p:nvPr/>
        </p:nvSpPr>
        <p:spPr>
          <a:xfrm>
            <a:off x="685800" y="5200650"/>
            <a:ext cx="4572000" cy="323850"/>
          </a:xfrm>
          <a:prstGeom prst="rect">
            <a:avLst/>
          </a:prstGeom>
          <a:noFill/>
          <a:ln/>
        </p:spPr>
        <p:txBody>
          <a:bodyPr wrap="square" lIns="0" tIns="0" rIns="0" bIns="0" rtlCol="0" anchor="ctr"/>
          <a:lstStyle/>
          <a:p>
            <a:pPr algn="l" indent="0" marL="0">
              <a:lnSpc>
                <a:spcPct val="101900"/>
              </a:lnSpc>
              <a:buNone/>
            </a:pPr>
            <a:r>
              <a:rPr lang="ko-KR" altLang="en-US" sz="2000" dirty="0">
                <a:solidFill>
                  <a:schemeClr val="accent3"/>
                </a:solidFill>
                <a:latin typeface="Paperlogy 7 Bold" pitchFamily="34" charset="0"/>
                <a:ea typeface="Paperlogy 7 Bold" pitchFamily="34" charset="-127"/>
                <a:cs typeface="Paperlogy 7 Bold" pitchFamily="34" charset="-120"/>
              </a:rPr>
              <a:t>2026. 10. 22. (목)</a:t>
            </a:r>
            <a:endParaRPr lang="ko-KR" sz="2000" dirty="0"/>
          </a:p>
        </p:txBody>
      </p:sp>
      <p:sp>
        <p:nvSpPr>
          <p:cNvPr id="7" name="Text 4"/>
          <p:cNvSpPr txBox="1"/>
          <p:nvPr/>
        </p:nvSpPr>
        <p:spPr>
          <a:xfrm>
            <a:off x="685800" y="5581650"/>
            <a:ext cx="5715000" cy="266700"/>
          </a:xfrm>
          <a:prstGeom prst="rect">
            <a:avLst/>
          </a:prstGeom>
          <a:noFill/>
          <a:ln/>
        </p:spPr>
        <p:txBody>
          <a:bodyPr wrap="square" lIns="0" tIns="0" rIns="0" bIns="0" rtlCol="0" anchor="ctr"/>
          <a:lstStyle/>
          <a:p>
            <a:pPr algn="l" indent="0" marL="0">
              <a:lnSpc>
                <a:spcPct val="101900"/>
              </a:lnSpc>
              <a:buNone/>
            </a:pPr>
            <a:r>
              <a:rPr lang="ko-KR" altLang="en-US" sz="1600" dirty="0">
                <a:solidFill>
                  <a:schemeClr val="bg1"/>
                </a:solidFill>
                <a:latin typeface="Paperlogy 5 Medium" pitchFamily="34" charset="0"/>
                <a:ea typeface="Paperlogy 5 Medium" pitchFamily="34" charset="-127"/>
                <a:cs typeface="Paperlogy 5 Medium" pitchFamily="34" charset="-120"/>
              </a:rPr>
              <a:t>예산국토관리사무소  시설안전관리과장  최병목</a:t>
            </a:r>
            <a:endParaRPr lang="ko-KR"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685800" y="2857500"/>
            <a:ext cx="3238500" cy="666750"/>
          </a:xfrm>
          <a:prstGeom prst="rect">
            <a:avLst/>
          </a:prstGeom>
          <a:noFill/>
          <a:ln/>
        </p:spPr>
        <p:txBody>
          <a:bodyPr wrap="square" lIns="0" tIns="0" rIns="0" bIns="0" rtlCol="0" anchor="t"/>
          <a:lstStyle/>
          <a:p>
            <a:pPr algn="l" indent="0" marL="0">
              <a:lnSpc>
                <a:spcPct val="97600"/>
              </a:lnSpc>
              <a:buNone/>
            </a:pPr>
            <a:r>
              <a:rPr lang="ko-KR" altLang="en-US" sz="4400" spc="-50" kern="0" dirty="0">
                <a:solidFill>
                  <a:schemeClr val="bg1"/>
                </a:solidFill>
                <a:latin typeface="Paperlogy 8 ExtraBold" pitchFamily="34" charset="0"/>
                <a:ea typeface="Paperlogy 8 ExtraBold" pitchFamily="34" charset="-127"/>
                <a:cs typeface="Paperlogy 8 ExtraBold" pitchFamily="34" charset="-120"/>
              </a:rPr>
              <a:t>목차</a:t>
            </a:r>
            <a:endParaRPr lang="en-US" sz="4400" dirty="0"/>
          </a:p>
        </p:txBody>
      </p:sp>
      <p:sp>
        <p:nvSpPr>
          <p:cNvPr id="3" name="Text 1"/>
          <p:cNvSpPr txBox="1"/>
          <p:nvPr/>
        </p:nvSpPr>
        <p:spPr>
          <a:xfrm>
            <a:off x="685800" y="2533650"/>
            <a:ext cx="2857500" cy="209550"/>
          </a:xfrm>
          <a:prstGeom prst="rect">
            <a:avLst/>
          </a:prstGeom>
          <a:noFill/>
          <a:ln/>
        </p:spPr>
        <p:txBody>
          <a:bodyPr wrap="square" lIns="0" tIns="0" rIns="0" bIns="0" rtlCol="0" anchor="ctr"/>
          <a:lstStyle/>
          <a:p>
            <a:pPr algn="l" indent="0" marL="0">
              <a:lnSpc>
                <a:spcPct val="101900"/>
              </a:lnSpc>
              <a:buNone/>
            </a:pPr>
            <a:r>
              <a:rPr lang="ko-KR" altLang="en-US" sz="1200" spc="200" kern="0" dirty="0">
                <a:solidFill>
                  <a:schemeClr val="accent3"/>
                </a:solidFill>
                <a:latin typeface="Paperlogy 8 ExtraBold" pitchFamily="34" charset="0"/>
                <a:ea typeface="Paperlogy 8 ExtraBold" pitchFamily="34" charset="-127"/>
                <a:cs typeface="Paperlogy 8 ExtraBold" pitchFamily="34" charset="-120"/>
              </a:rPr>
              <a:t>CONTENTS</a:t>
            </a:r>
            <a:endParaRPr lang="ko-KR" sz="1200" dirty="0"/>
          </a:p>
        </p:txBody>
      </p:sp>
      <p:sp>
        <p:nvSpPr>
          <p:cNvPr id="4" name="Text 2"/>
          <p:cNvSpPr txBox="1"/>
          <p:nvPr/>
        </p:nvSpPr>
        <p:spPr>
          <a:xfrm>
            <a:off x="685800" y="3676650"/>
            <a:ext cx="3143250" cy="647700"/>
          </a:xfrm>
          <a:prstGeom prst="rect">
            <a:avLst/>
          </a:prstGeom>
          <a:noFill/>
          <a:ln/>
        </p:spPr>
        <p:txBody>
          <a:bodyPr wrap="square" lIns="0" tIns="0" rIns="0" bIns="0" rtlCol="0" anchor="t"/>
          <a:lstStyle/>
          <a:p>
            <a:pPr algn="l" indent="0" marL="0">
              <a:lnSpc>
                <a:spcPct val="127400"/>
              </a:lnSpc>
              <a:buNone/>
            </a:pPr>
            <a:r>
              <a:rPr lang="ko-KR" altLang="en-US" sz="1600" dirty="0">
                <a:solidFill>
                  <a:schemeClr val="accent4"/>
                </a:solidFill>
                <a:latin typeface="Paperlogy 4 Regular" pitchFamily="34" charset="0"/>
                <a:ea typeface="Paperlogy 4 Regular" pitchFamily="34" charset="-127"/>
                <a:cs typeface="Paperlogy 4 Regular" pitchFamily="34" charset="-120"/>
              </a:rPr>
              <a:t>온석터널 훈련개요 브리핑</a:t>
            </a:r>
            <a:endParaRPr lang="ko-KR" sz="1600" dirty="0"/>
          </a:p>
          <a:p>
            <a:pPr algn="l" indent="0" marL="0">
              <a:lnSpc>
                <a:spcPct val="127400"/>
              </a:lnSpc>
              <a:buNone/>
            </a:pPr>
            <a:r>
              <a:rPr lang="ko-KR" altLang="en-US" sz="1600" dirty="0">
                <a:solidFill>
                  <a:schemeClr val="accent4"/>
                </a:solidFill>
                <a:latin typeface="Paperlogy 4 Regular" pitchFamily="34" charset="0"/>
                <a:ea typeface="Paperlogy 4 Regular" pitchFamily="34" charset="-127"/>
                <a:cs typeface="Paperlogy 4 Regular" pitchFamily="34" charset="-120"/>
              </a:rPr>
              <a:t>6개 항목으로 보고드립니다</a:t>
            </a:r>
            <a:endParaRPr lang="ko-KR" sz="1600" dirty="0"/>
          </a:p>
        </p:txBody>
      </p:sp>
      <p:sp>
        <p:nvSpPr>
          <p:cNvPr id="5" name="Text 3"/>
          <p:cNvSpPr txBox="1"/>
          <p:nvPr/>
        </p:nvSpPr>
        <p:spPr>
          <a:xfrm>
            <a:off x="4953000" y="1047750"/>
            <a:ext cx="762000" cy="571500"/>
          </a:xfrm>
          <a:prstGeom prst="rect">
            <a:avLst/>
          </a:prstGeom>
          <a:noFill/>
          <a:ln/>
        </p:spPr>
        <p:txBody>
          <a:bodyPr wrap="square" lIns="0" tIns="0" rIns="0" bIns="0" rtlCol="0" anchor="ctr"/>
          <a:lstStyle/>
          <a:p>
            <a:pPr algn="l" indent="0" marL="0">
              <a:lnSpc>
                <a:spcPct val="101900"/>
              </a:lnSpc>
              <a:buNone/>
            </a:pPr>
            <a:r>
              <a:rPr lang="ko-KR" altLang="en-US" sz="3000" spc="-50" kern="0" dirty="0">
                <a:solidFill>
                  <a:schemeClr val="accent2"/>
                </a:solidFill>
                <a:latin typeface="Paperlogy 8 ExtraBold" pitchFamily="34" charset="0"/>
                <a:ea typeface="Paperlogy 8 ExtraBold" pitchFamily="34" charset="-127"/>
                <a:cs typeface="Paperlogy 8 ExtraBold" pitchFamily="34" charset="-120"/>
              </a:rPr>
              <a:t>01</a:t>
            </a:r>
            <a:endParaRPr lang="ko-KR" sz="3000" dirty="0"/>
          </a:p>
        </p:txBody>
      </p:sp>
      <p:sp>
        <p:nvSpPr>
          <p:cNvPr id="6" name="Text 4"/>
          <p:cNvSpPr txBox="1"/>
          <p:nvPr/>
        </p:nvSpPr>
        <p:spPr>
          <a:xfrm>
            <a:off x="5753100" y="1047750"/>
            <a:ext cx="4572000" cy="571500"/>
          </a:xfrm>
          <a:prstGeom prst="rect">
            <a:avLst/>
          </a:prstGeom>
          <a:noFill/>
          <a:ln/>
        </p:spPr>
        <p:txBody>
          <a:bodyPr wrap="square" lIns="0" tIns="0" rIns="0" bIns="0" rtlCol="0" anchor="ctr"/>
          <a:lstStyle/>
          <a:p>
            <a:pPr algn="l" indent="0" marL="0">
              <a:lnSpc>
                <a:spcPct val="101900"/>
              </a:lnSpc>
              <a:buNone/>
            </a:pPr>
            <a:r>
              <a:rPr lang="ko-KR" altLang="en-US" sz="2200" dirty="0">
                <a:solidFill>
                  <a:schemeClr val="tx1"/>
                </a:solidFill>
                <a:latin typeface="Paperlogy 7 Bold" pitchFamily="34" charset="0"/>
                <a:ea typeface="Paperlogy 7 Bold" pitchFamily="34" charset="-127"/>
                <a:cs typeface="Paperlogy 7 Bold" pitchFamily="34" charset="-120"/>
              </a:rPr>
              <a:t>훈련목적 및 추진체계</a:t>
            </a:r>
            <a:endParaRPr lang="ko-KR" sz="2200" dirty="0"/>
          </a:p>
        </p:txBody>
      </p:sp>
      <p:sp>
        <p:nvSpPr>
          <p:cNvPr id="7" name="Text 5"/>
          <p:cNvSpPr txBox="1"/>
          <p:nvPr/>
        </p:nvSpPr>
        <p:spPr>
          <a:xfrm>
            <a:off x="10363200" y="1047750"/>
            <a:ext cx="1143000" cy="571500"/>
          </a:xfrm>
          <a:prstGeom prst="rect">
            <a:avLst/>
          </a:prstGeom>
          <a:noFill/>
          <a:ln/>
        </p:spPr>
        <p:txBody>
          <a:bodyPr wrap="square" lIns="0" tIns="0" rIns="0" bIns="0" rtlCol="0" anchor="ctr"/>
          <a:lstStyle/>
          <a:p>
            <a:pPr algn="r" indent="0" marL="0">
              <a:lnSpc>
                <a:spcPct val="101900"/>
              </a:lnSpc>
              <a:buNone/>
            </a:pPr>
            <a:r>
              <a:rPr lang="ko-KR" altLang="en-US" sz="1300" dirty="0">
                <a:solidFill>
                  <a:schemeClr val="accent5"/>
                </a:solidFill>
                <a:latin typeface="Paperlogy 6 SemiBold" pitchFamily="34" charset="0"/>
                <a:ea typeface="Paperlogy 6 SemiBold" pitchFamily="34" charset="-127"/>
                <a:cs typeface="Paperlogy 6 SemiBold" pitchFamily="34" charset="-120"/>
              </a:rPr>
              <a:t>3</a:t>
            </a:r>
            <a:endParaRPr lang="ko-KR" sz="1300" dirty="0"/>
          </a:p>
        </p:txBody>
      </p:sp>
      <p:sp>
        <p:nvSpPr>
          <p:cNvPr id="8" name="Shape 6"/>
          <p:cNvSpPr/>
          <p:nvPr/>
        </p:nvSpPr>
        <p:spPr>
          <a:xfrm>
            <a:off x="4953000" y="1752600"/>
            <a:ext cx="6553200" cy="0"/>
          </a:xfrm>
          <a:prstGeom prst="line">
            <a:avLst/>
          </a:prstGeom>
          <a:noFill/>
          <a:ln w="14288">
            <a:solidFill>
              <a:schemeClr val="accent6"/>
            </a:solidFill>
            <a:prstDash val="solid"/>
          </a:ln>
        </p:spPr>
      </p:sp>
      <p:sp>
        <p:nvSpPr>
          <p:cNvPr id="9" name="Text 7"/>
          <p:cNvSpPr txBox="1"/>
          <p:nvPr/>
        </p:nvSpPr>
        <p:spPr>
          <a:xfrm>
            <a:off x="4953000" y="1885950"/>
            <a:ext cx="762000" cy="571500"/>
          </a:xfrm>
          <a:prstGeom prst="rect">
            <a:avLst/>
          </a:prstGeom>
          <a:noFill/>
          <a:ln/>
        </p:spPr>
        <p:txBody>
          <a:bodyPr wrap="square" lIns="0" tIns="0" rIns="0" bIns="0" rtlCol="0" anchor="ctr"/>
          <a:lstStyle/>
          <a:p>
            <a:pPr algn="l" indent="0" marL="0">
              <a:lnSpc>
                <a:spcPct val="101900"/>
              </a:lnSpc>
              <a:buNone/>
            </a:pPr>
            <a:r>
              <a:rPr lang="ko-KR" altLang="en-US" sz="3000" spc="-50" kern="0" dirty="0">
                <a:solidFill>
                  <a:schemeClr val="accent2"/>
                </a:solidFill>
                <a:latin typeface="Paperlogy 8 ExtraBold" pitchFamily="34" charset="0"/>
                <a:ea typeface="Paperlogy 8 ExtraBold" pitchFamily="34" charset="-127"/>
                <a:cs typeface="Paperlogy 8 ExtraBold" pitchFamily="34" charset="-120"/>
              </a:rPr>
              <a:t>02</a:t>
            </a:r>
            <a:endParaRPr lang="ko-KR" sz="3000" dirty="0"/>
          </a:p>
        </p:txBody>
      </p:sp>
      <p:sp>
        <p:nvSpPr>
          <p:cNvPr id="10" name="Text 8"/>
          <p:cNvSpPr txBox="1"/>
          <p:nvPr/>
        </p:nvSpPr>
        <p:spPr>
          <a:xfrm>
            <a:off x="5753100" y="1885950"/>
            <a:ext cx="4572000" cy="571500"/>
          </a:xfrm>
          <a:prstGeom prst="rect">
            <a:avLst/>
          </a:prstGeom>
          <a:noFill/>
          <a:ln/>
        </p:spPr>
        <p:txBody>
          <a:bodyPr wrap="square" lIns="0" tIns="0" rIns="0" bIns="0" rtlCol="0" anchor="ctr"/>
          <a:lstStyle/>
          <a:p>
            <a:pPr algn="l" indent="0" marL="0">
              <a:lnSpc>
                <a:spcPct val="101900"/>
              </a:lnSpc>
              <a:buNone/>
            </a:pPr>
            <a:r>
              <a:rPr lang="ko-KR" altLang="en-US" sz="2200" dirty="0">
                <a:solidFill>
                  <a:schemeClr val="tx1"/>
                </a:solidFill>
                <a:latin typeface="Paperlogy 7 Bold" pitchFamily="34" charset="0"/>
                <a:ea typeface="Paperlogy 7 Bold" pitchFamily="34" charset="-127"/>
                <a:cs typeface="Paperlogy 7 Bold" pitchFamily="34" charset="-120"/>
              </a:rPr>
              <a:t>도로터널 훈련배경</a:t>
            </a:r>
            <a:endParaRPr lang="ko-KR" sz="2200" dirty="0"/>
          </a:p>
        </p:txBody>
      </p:sp>
      <p:sp>
        <p:nvSpPr>
          <p:cNvPr id="11" name="Text 9"/>
          <p:cNvSpPr txBox="1"/>
          <p:nvPr/>
        </p:nvSpPr>
        <p:spPr>
          <a:xfrm>
            <a:off x="10363200" y="1885950"/>
            <a:ext cx="1143000" cy="571500"/>
          </a:xfrm>
          <a:prstGeom prst="rect">
            <a:avLst/>
          </a:prstGeom>
          <a:noFill/>
          <a:ln/>
        </p:spPr>
        <p:txBody>
          <a:bodyPr wrap="square" lIns="0" tIns="0" rIns="0" bIns="0" rtlCol="0" anchor="ctr"/>
          <a:lstStyle/>
          <a:p>
            <a:pPr algn="r" indent="0" marL="0">
              <a:lnSpc>
                <a:spcPct val="101900"/>
              </a:lnSpc>
              <a:buNone/>
            </a:pPr>
            <a:r>
              <a:rPr lang="ko-KR" altLang="en-US" sz="1300" dirty="0">
                <a:solidFill>
                  <a:schemeClr val="accent5"/>
                </a:solidFill>
                <a:latin typeface="Paperlogy 6 SemiBold" pitchFamily="34" charset="0"/>
                <a:ea typeface="Paperlogy 6 SemiBold" pitchFamily="34" charset="-127"/>
                <a:cs typeface="Paperlogy 6 SemiBold" pitchFamily="34" charset="-120"/>
              </a:rPr>
              <a:t>4 – 5</a:t>
            </a:r>
            <a:endParaRPr lang="ko-KR" sz="1300" dirty="0"/>
          </a:p>
        </p:txBody>
      </p:sp>
      <p:sp>
        <p:nvSpPr>
          <p:cNvPr id="12" name="Shape 10"/>
          <p:cNvSpPr/>
          <p:nvPr/>
        </p:nvSpPr>
        <p:spPr>
          <a:xfrm>
            <a:off x="4953000" y="2590800"/>
            <a:ext cx="6553200" cy="0"/>
          </a:xfrm>
          <a:prstGeom prst="line">
            <a:avLst/>
          </a:prstGeom>
          <a:noFill/>
          <a:ln w="14288">
            <a:solidFill>
              <a:schemeClr val="accent6"/>
            </a:solidFill>
            <a:prstDash val="solid"/>
          </a:ln>
        </p:spPr>
      </p:sp>
      <p:sp>
        <p:nvSpPr>
          <p:cNvPr id="13" name="Text 11"/>
          <p:cNvSpPr txBox="1"/>
          <p:nvPr/>
        </p:nvSpPr>
        <p:spPr>
          <a:xfrm>
            <a:off x="4953000" y="2724150"/>
            <a:ext cx="762000" cy="571500"/>
          </a:xfrm>
          <a:prstGeom prst="rect">
            <a:avLst/>
          </a:prstGeom>
          <a:noFill/>
          <a:ln/>
        </p:spPr>
        <p:txBody>
          <a:bodyPr wrap="square" lIns="0" tIns="0" rIns="0" bIns="0" rtlCol="0" anchor="ctr"/>
          <a:lstStyle/>
          <a:p>
            <a:pPr algn="l" indent="0" marL="0">
              <a:lnSpc>
                <a:spcPct val="101900"/>
              </a:lnSpc>
              <a:buNone/>
            </a:pPr>
            <a:r>
              <a:rPr lang="ko-KR" altLang="en-US" sz="3000" spc="-50" kern="0" dirty="0">
                <a:solidFill>
                  <a:schemeClr val="accent2"/>
                </a:solidFill>
                <a:latin typeface="Paperlogy 8 ExtraBold" pitchFamily="34" charset="0"/>
                <a:ea typeface="Paperlogy 8 ExtraBold" pitchFamily="34" charset="-127"/>
                <a:cs typeface="Paperlogy 8 ExtraBold" pitchFamily="34" charset="-120"/>
              </a:rPr>
              <a:t>03</a:t>
            </a:r>
            <a:endParaRPr lang="ko-KR" sz="3000" dirty="0"/>
          </a:p>
        </p:txBody>
      </p:sp>
      <p:sp>
        <p:nvSpPr>
          <p:cNvPr id="14" name="Text 12"/>
          <p:cNvSpPr txBox="1"/>
          <p:nvPr/>
        </p:nvSpPr>
        <p:spPr>
          <a:xfrm>
            <a:off x="5753100" y="2724150"/>
            <a:ext cx="4572000" cy="571500"/>
          </a:xfrm>
          <a:prstGeom prst="rect">
            <a:avLst/>
          </a:prstGeom>
          <a:noFill/>
          <a:ln/>
        </p:spPr>
        <p:txBody>
          <a:bodyPr wrap="square" lIns="0" tIns="0" rIns="0" bIns="0" rtlCol="0" anchor="ctr"/>
          <a:lstStyle/>
          <a:p>
            <a:pPr algn="l" indent="0" marL="0">
              <a:lnSpc>
                <a:spcPct val="101900"/>
              </a:lnSpc>
              <a:buNone/>
            </a:pPr>
            <a:r>
              <a:rPr lang="ko-KR" altLang="en-US" sz="2200" dirty="0">
                <a:solidFill>
                  <a:schemeClr val="tx1"/>
                </a:solidFill>
                <a:latin typeface="Paperlogy 7 Bold" pitchFamily="34" charset="0"/>
                <a:ea typeface="Paperlogy 7 Bold" pitchFamily="34" charset="-127"/>
                <a:cs typeface="Paperlogy 7 Bold" pitchFamily="34" charset="-120"/>
              </a:rPr>
              <a:t>훈련개요 및 중점사항</a:t>
            </a:r>
            <a:endParaRPr lang="ko-KR" sz="2200" dirty="0"/>
          </a:p>
        </p:txBody>
      </p:sp>
      <p:sp>
        <p:nvSpPr>
          <p:cNvPr id="15" name="Text 13"/>
          <p:cNvSpPr txBox="1"/>
          <p:nvPr/>
        </p:nvSpPr>
        <p:spPr>
          <a:xfrm>
            <a:off x="10363200" y="2724150"/>
            <a:ext cx="1143000" cy="571500"/>
          </a:xfrm>
          <a:prstGeom prst="rect">
            <a:avLst/>
          </a:prstGeom>
          <a:noFill/>
          <a:ln/>
        </p:spPr>
        <p:txBody>
          <a:bodyPr wrap="square" lIns="0" tIns="0" rIns="0" bIns="0" rtlCol="0" anchor="ctr"/>
          <a:lstStyle/>
          <a:p>
            <a:pPr algn="r" indent="0" marL="0">
              <a:lnSpc>
                <a:spcPct val="101900"/>
              </a:lnSpc>
              <a:buNone/>
            </a:pPr>
            <a:r>
              <a:rPr lang="ko-KR" altLang="en-US" sz="1300" dirty="0">
                <a:solidFill>
                  <a:schemeClr val="accent5"/>
                </a:solidFill>
                <a:latin typeface="Paperlogy 6 SemiBold" pitchFamily="34" charset="0"/>
                <a:ea typeface="Paperlogy 6 SemiBold" pitchFamily="34" charset="-127"/>
                <a:cs typeface="Paperlogy 6 SemiBold" pitchFamily="34" charset="-120"/>
              </a:rPr>
              <a:t>6 – 8</a:t>
            </a:r>
            <a:endParaRPr lang="ko-KR" sz="1300" dirty="0"/>
          </a:p>
        </p:txBody>
      </p:sp>
      <p:sp>
        <p:nvSpPr>
          <p:cNvPr id="16" name="Shape 14"/>
          <p:cNvSpPr/>
          <p:nvPr/>
        </p:nvSpPr>
        <p:spPr>
          <a:xfrm>
            <a:off x="4953000" y="3429000"/>
            <a:ext cx="6553200" cy="0"/>
          </a:xfrm>
          <a:prstGeom prst="line">
            <a:avLst/>
          </a:prstGeom>
          <a:noFill/>
          <a:ln w="14288">
            <a:solidFill>
              <a:schemeClr val="accent6"/>
            </a:solidFill>
            <a:prstDash val="solid"/>
          </a:ln>
        </p:spPr>
      </p:sp>
      <p:sp>
        <p:nvSpPr>
          <p:cNvPr id="17" name="Text 15"/>
          <p:cNvSpPr txBox="1"/>
          <p:nvPr/>
        </p:nvSpPr>
        <p:spPr>
          <a:xfrm>
            <a:off x="4953000" y="3562350"/>
            <a:ext cx="762000" cy="571500"/>
          </a:xfrm>
          <a:prstGeom prst="rect">
            <a:avLst/>
          </a:prstGeom>
          <a:noFill/>
          <a:ln/>
        </p:spPr>
        <p:txBody>
          <a:bodyPr wrap="square" lIns="0" tIns="0" rIns="0" bIns="0" rtlCol="0" anchor="ctr"/>
          <a:lstStyle/>
          <a:p>
            <a:pPr algn="l" indent="0" marL="0">
              <a:lnSpc>
                <a:spcPct val="101900"/>
              </a:lnSpc>
              <a:buNone/>
            </a:pPr>
            <a:r>
              <a:rPr lang="ko-KR" altLang="en-US" sz="3000" spc="-50" kern="0" dirty="0">
                <a:solidFill>
                  <a:schemeClr val="accent2"/>
                </a:solidFill>
                <a:latin typeface="Paperlogy 8 ExtraBold" pitchFamily="34" charset="0"/>
                <a:ea typeface="Paperlogy 8 ExtraBold" pitchFamily="34" charset="-127"/>
                <a:cs typeface="Paperlogy 8 ExtraBold" pitchFamily="34" charset="-120"/>
              </a:rPr>
              <a:t>04</a:t>
            </a:r>
            <a:endParaRPr lang="ko-KR" sz="3000" dirty="0"/>
          </a:p>
        </p:txBody>
      </p:sp>
      <p:sp>
        <p:nvSpPr>
          <p:cNvPr id="18" name="Text 16"/>
          <p:cNvSpPr txBox="1"/>
          <p:nvPr/>
        </p:nvSpPr>
        <p:spPr>
          <a:xfrm>
            <a:off x="5753100" y="3562350"/>
            <a:ext cx="4572000" cy="571500"/>
          </a:xfrm>
          <a:prstGeom prst="rect">
            <a:avLst/>
          </a:prstGeom>
          <a:noFill/>
          <a:ln/>
        </p:spPr>
        <p:txBody>
          <a:bodyPr wrap="square" lIns="0" tIns="0" rIns="0" bIns="0" rtlCol="0" anchor="ctr"/>
          <a:lstStyle/>
          <a:p>
            <a:pPr algn="l" indent="0" marL="0">
              <a:lnSpc>
                <a:spcPct val="101900"/>
              </a:lnSpc>
              <a:buNone/>
            </a:pPr>
            <a:r>
              <a:rPr lang="ko-KR" altLang="en-US" sz="2200" dirty="0">
                <a:solidFill>
                  <a:schemeClr val="tx1"/>
                </a:solidFill>
                <a:latin typeface="Paperlogy 7 Bold" pitchFamily="34" charset="0"/>
                <a:ea typeface="Paperlogy 7 Bold" pitchFamily="34" charset="-127"/>
                <a:cs typeface="Paperlogy 7 Bold" pitchFamily="34" charset="-120"/>
              </a:rPr>
              <a:t>온석터널 시설현황 및 특성</a:t>
            </a:r>
            <a:endParaRPr lang="ko-KR" sz="2200" dirty="0"/>
          </a:p>
        </p:txBody>
      </p:sp>
      <p:sp>
        <p:nvSpPr>
          <p:cNvPr id="19" name="Text 17"/>
          <p:cNvSpPr txBox="1"/>
          <p:nvPr/>
        </p:nvSpPr>
        <p:spPr>
          <a:xfrm>
            <a:off x="10363200" y="3562350"/>
            <a:ext cx="1143000" cy="571500"/>
          </a:xfrm>
          <a:prstGeom prst="rect">
            <a:avLst/>
          </a:prstGeom>
          <a:noFill/>
          <a:ln/>
        </p:spPr>
        <p:txBody>
          <a:bodyPr wrap="square" lIns="0" tIns="0" rIns="0" bIns="0" rtlCol="0" anchor="ctr"/>
          <a:lstStyle/>
          <a:p>
            <a:pPr algn="r" indent="0" marL="0">
              <a:lnSpc>
                <a:spcPct val="101900"/>
              </a:lnSpc>
              <a:buNone/>
            </a:pPr>
            <a:r>
              <a:rPr lang="ko-KR" altLang="en-US" sz="1300" dirty="0">
                <a:solidFill>
                  <a:schemeClr val="accent5"/>
                </a:solidFill>
                <a:latin typeface="Paperlogy 6 SemiBold" pitchFamily="34" charset="0"/>
                <a:ea typeface="Paperlogy 6 SemiBold" pitchFamily="34" charset="-127"/>
                <a:cs typeface="Paperlogy 6 SemiBold" pitchFamily="34" charset="-120"/>
              </a:rPr>
              <a:t>9</a:t>
            </a:r>
            <a:endParaRPr lang="ko-KR" sz="1300" dirty="0"/>
          </a:p>
        </p:txBody>
      </p:sp>
      <p:sp>
        <p:nvSpPr>
          <p:cNvPr id="20" name="Shape 18"/>
          <p:cNvSpPr/>
          <p:nvPr/>
        </p:nvSpPr>
        <p:spPr>
          <a:xfrm>
            <a:off x="4953000" y="4267200"/>
            <a:ext cx="6553200" cy="0"/>
          </a:xfrm>
          <a:prstGeom prst="line">
            <a:avLst/>
          </a:prstGeom>
          <a:noFill/>
          <a:ln w="14288">
            <a:solidFill>
              <a:schemeClr val="accent6"/>
            </a:solidFill>
            <a:prstDash val="solid"/>
          </a:ln>
        </p:spPr>
      </p:sp>
      <p:sp>
        <p:nvSpPr>
          <p:cNvPr id="21" name="Text 19"/>
          <p:cNvSpPr txBox="1"/>
          <p:nvPr/>
        </p:nvSpPr>
        <p:spPr>
          <a:xfrm>
            <a:off x="4953000" y="4400550"/>
            <a:ext cx="762000" cy="571500"/>
          </a:xfrm>
          <a:prstGeom prst="rect">
            <a:avLst/>
          </a:prstGeom>
          <a:noFill/>
          <a:ln/>
        </p:spPr>
        <p:txBody>
          <a:bodyPr wrap="square" lIns="0" tIns="0" rIns="0" bIns="0" rtlCol="0" anchor="ctr"/>
          <a:lstStyle/>
          <a:p>
            <a:pPr algn="l" indent="0" marL="0">
              <a:lnSpc>
                <a:spcPct val="101900"/>
              </a:lnSpc>
              <a:buNone/>
            </a:pPr>
            <a:r>
              <a:rPr lang="ko-KR" altLang="en-US" sz="3000" spc="-50" kern="0" dirty="0">
                <a:solidFill>
                  <a:schemeClr val="accent2"/>
                </a:solidFill>
                <a:latin typeface="Paperlogy 8 ExtraBold" pitchFamily="34" charset="0"/>
                <a:ea typeface="Paperlogy 8 ExtraBold" pitchFamily="34" charset="-127"/>
                <a:cs typeface="Paperlogy 8 ExtraBold" pitchFamily="34" charset="-120"/>
              </a:rPr>
              <a:t>05</a:t>
            </a:r>
            <a:endParaRPr lang="ko-KR" sz="3000" dirty="0"/>
          </a:p>
        </p:txBody>
      </p:sp>
      <p:sp>
        <p:nvSpPr>
          <p:cNvPr id="22" name="Text 20"/>
          <p:cNvSpPr txBox="1"/>
          <p:nvPr/>
        </p:nvSpPr>
        <p:spPr>
          <a:xfrm>
            <a:off x="5753100" y="4400550"/>
            <a:ext cx="4572000" cy="571500"/>
          </a:xfrm>
          <a:prstGeom prst="rect">
            <a:avLst/>
          </a:prstGeom>
          <a:noFill/>
          <a:ln/>
        </p:spPr>
        <p:txBody>
          <a:bodyPr wrap="square" lIns="0" tIns="0" rIns="0" bIns="0" rtlCol="0" anchor="ctr"/>
          <a:lstStyle/>
          <a:p>
            <a:pPr algn="l" indent="0" marL="0">
              <a:lnSpc>
                <a:spcPct val="101900"/>
              </a:lnSpc>
              <a:buNone/>
            </a:pPr>
            <a:r>
              <a:rPr lang="ko-KR" altLang="en-US" sz="2200" dirty="0">
                <a:solidFill>
                  <a:schemeClr val="tx1"/>
                </a:solidFill>
                <a:latin typeface="Paperlogy 7 Bold" pitchFamily="34" charset="0"/>
                <a:ea typeface="Paperlogy 7 Bold" pitchFamily="34" charset="-127"/>
                <a:cs typeface="Paperlogy 7 Bold" pitchFamily="34" charset="-120"/>
              </a:rPr>
              <a:t>교통통제 및 우회도로 운영</a:t>
            </a:r>
            <a:endParaRPr lang="ko-KR" sz="2200" dirty="0"/>
          </a:p>
        </p:txBody>
      </p:sp>
      <p:sp>
        <p:nvSpPr>
          <p:cNvPr id="23" name="Text 21"/>
          <p:cNvSpPr txBox="1"/>
          <p:nvPr/>
        </p:nvSpPr>
        <p:spPr>
          <a:xfrm>
            <a:off x="10363200" y="4400550"/>
            <a:ext cx="1143000" cy="571500"/>
          </a:xfrm>
          <a:prstGeom prst="rect">
            <a:avLst/>
          </a:prstGeom>
          <a:noFill/>
          <a:ln/>
        </p:spPr>
        <p:txBody>
          <a:bodyPr wrap="square" lIns="0" tIns="0" rIns="0" bIns="0" rtlCol="0" anchor="ctr"/>
          <a:lstStyle/>
          <a:p>
            <a:pPr algn="r" indent="0" marL="0">
              <a:lnSpc>
                <a:spcPct val="101900"/>
              </a:lnSpc>
              <a:buNone/>
            </a:pPr>
            <a:r>
              <a:rPr lang="ko-KR" altLang="en-US" sz="1300" dirty="0">
                <a:solidFill>
                  <a:schemeClr val="accent5"/>
                </a:solidFill>
                <a:latin typeface="Paperlogy 6 SemiBold" pitchFamily="34" charset="0"/>
                <a:ea typeface="Paperlogy 6 SemiBold" pitchFamily="34" charset="-127"/>
                <a:cs typeface="Paperlogy 6 SemiBold" pitchFamily="34" charset="-120"/>
              </a:rPr>
              <a:t>10</a:t>
            </a:r>
            <a:endParaRPr lang="ko-KR" sz="1300" dirty="0"/>
          </a:p>
        </p:txBody>
      </p:sp>
      <p:sp>
        <p:nvSpPr>
          <p:cNvPr id="24" name="Shape 22"/>
          <p:cNvSpPr/>
          <p:nvPr/>
        </p:nvSpPr>
        <p:spPr>
          <a:xfrm>
            <a:off x="4953000" y="5105400"/>
            <a:ext cx="6553200" cy="0"/>
          </a:xfrm>
          <a:prstGeom prst="line">
            <a:avLst/>
          </a:prstGeom>
          <a:noFill/>
          <a:ln w="14288">
            <a:solidFill>
              <a:schemeClr val="accent6"/>
            </a:solidFill>
            <a:prstDash val="solid"/>
          </a:ln>
        </p:spPr>
      </p:sp>
      <p:sp>
        <p:nvSpPr>
          <p:cNvPr id="25" name="Text 23"/>
          <p:cNvSpPr txBox="1"/>
          <p:nvPr/>
        </p:nvSpPr>
        <p:spPr>
          <a:xfrm>
            <a:off x="4953000" y="5238750"/>
            <a:ext cx="762000" cy="571500"/>
          </a:xfrm>
          <a:prstGeom prst="rect">
            <a:avLst/>
          </a:prstGeom>
          <a:noFill/>
          <a:ln/>
        </p:spPr>
        <p:txBody>
          <a:bodyPr wrap="square" lIns="0" tIns="0" rIns="0" bIns="0" rtlCol="0" anchor="ctr"/>
          <a:lstStyle/>
          <a:p>
            <a:pPr algn="l" indent="0" marL="0">
              <a:lnSpc>
                <a:spcPct val="101900"/>
              </a:lnSpc>
              <a:buNone/>
            </a:pPr>
            <a:r>
              <a:rPr lang="ko-KR" altLang="en-US" sz="3000" spc="-50" kern="0" dirty="0">
                <a:solidFill>
                  <a:schemeClr val="accent2"/>
                </a:solidFill>
                <a:latin typeface="Paperlogy 8 ExtraBold" pitchFamily="34" charset="0"/>
                <a:ea typeface="Paperlogy 8 ExtraBold" pitchFamily="34" charset="-127"/>
                <a:cs typeface="Paperlogy 8 ExtraBold" pitchFamily="34" charset="-120"/>
              </a:rPr>
              <a:t>06</a:t>
            </a:r>
            <a:endParaRPr lang="ko-KR" sz="3000" dirty="0"/>
          </a:p>
        </p:txBody>
      </p:sp>
      <p:sp>
        <p:nvSpPr>
          <p:cNvPr id="26" name="Text 24"/>
          <p:cNvSpPr txBox="1"/>
          <p:nvPr/>
        </p:nvSpPr>
        <p:spPr>
          <a:xfrm>
            <a:off x="5753100" y="5238750"/>
            <a:ext cx="4572000" cy="571500"/>
          </a:xfrm>
          <a:prstGeom prst="rect">
            <a:avLst/>
          </a:prstGeom>
          <a:noFill/>
          <a:ln/>
        </p:spPr>
        <p:txBody>
          <a:bodyPr wrap="square" lIns="0" tIns="0" rIns="0" bIns="0" rtlCol="0" anchor="ctr"/>
          <a:lstStyle/>
          <a:p>
            <a:pPr algn="l" indent="0" marL="0">
              <a:lnSpc>
                <a:spcPct val="101900"/>
              </a:lnSpc>
              <a:buNone/>
            </a:pPr>
            <a:r>
              <a:rPr lang="ko-KR" altLang="en-US" sz="2200" dirty="0">
                <a:solidFill>
                  <a:schemeClr val="tx1"/>
                </a:solidFill>
                <a:latin typeface="Paperlogy 7 Bold" pitchFamily="34" charset="0"/>
                <a:ea typeface="Paperlogy 7 Bold" pitchFamily="34" charset="-127"/>
                <a:cs typeface="Paperlogy 7 Bold" pitchFamily="34" charset="-120"/>
              </a:rPr>
              <a:t>상황전파 및 기관별 대응체계</a:t>
            </a:r>
            <a:endParaRPr lang="ko-KR" sz="2200" dirty="0"/>
          </a:p>
        </p:txBody>
      </p:sp>
      <p:sp>
        <p:nvSpPr>
          <p:cNvPr id="27" name="Text 25"/>
          <p:cNvSpPr txBox="1"/>
          <p:nvPr/>
        </p:nvSpPr>
        <p:spPr>
          <a:xfrm>
            <a:off x="10363200" y="5238750"/>
            <a:ext cx="1143000" cy="571500"/>
          </a:xfrm>
          <a:prstGeom prst="rect">
            <a:avLst/>
          </a:prstGeom>
          <a:noFill/>
          <a:ln/>
        </p:spPr>
        <p:txBody>
          <a:bodyPr wrap="square" lIns="0" tIns="0" rIns="0" bIns="0" rtlCol="0" anchor="ctr"/>
          <a:lstStyle/>
          <a:p>
            <a:pPr algn="r" indent="0" marL="0">
              <a:lnSpc>
                <a:spcPct val="101900"/>
              </a:lnSpc>
              <a:buNone/>
            </a:pPr>
            <a:r>
              <a:rPr lang="ko-KR" altLang="en-US" sz="1300" dirty="0">
                <a:solidFill>
                  <a:schemeClr val="accent5"/>
                </a:solidFill>
                <a:latin typeface="Paperlogy 6 SemiBold" pitchFamily="34" charset="0"/>
                <a:ea typeface="Paperlogy 6 SemiBold" pitchFamily="34" charset="-127"/>
                <a:cs typeface="Paperlogy 6 SemiBold" pitchFamily="34" charset="-120"/>
              </a:rPr>
              <a:t>11 – 13</a:t>
            </a:r>
            <a:endParaRPr lang="ko-KR" sz="1300" dirty="0"/>
          </a:p>
        </p:txBody>
      </p:sp>
      <p:sp>
        <p:nvSpPr>
          <p:cNvPr id="25" name="Slide Number Placeholder 0"/>
          <p:cNvSpPr>
            <a:spLocks noGrp="1"/>
          </p:cNvSpPr>
          <p:nvPr>
            <p:ph type="sldNum" sz="quarter" idx="4294967295"/>
          </p:nvPr>
        </p:nvSpPr>
        <p:spPr>
          <a:xfrm>
            <a:off x="10553700" y="6438900"/>
            <a:ext cx="952500" cy="1905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latin typeface="Paperlogy 6 SemiBold"/>
                <a:ea typeface="Paperlogy 6 SemiBold"/>
                <a:cs typeface="Paperlogy 6 SemiBold"/>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685800" y="666750"/>
            <a:ext cx="10820400" cy="495300"/>
          </a:xfrm>
          <a:prstGeom prst="rect">
            <a:avLst/>
          </a:prstGeom>
          <a:noFill/>
          <a:ln/>
        </p:spPr>
        <p:txBody>
          <a:bodyPr wrap="square" lIns="0" tIns="0" rIns="0" bIns="0" rtlCol="0" anchor="t"/>
          <a:lstStyle/>
          <a:p>
            <a:pPr algn="l" indent="0" marL="0">
              <a:lnSpc>
                <a:spcPct val="101900"/>
              </a:lnSpc>
              <a:buNone/>
            </a:pPr>
            <a:r>
              <a:rPr lang="ko-KR" altLang="en-US" sz="3000" spc="-50" kern="0" dirty="0">
                <a:solidFill>
                  <a:schemeClr val="tx2"/>
                </a:solidFill>
                <a:latin typeface="Paperlogy 8 ExtraBold" pitchFamily="34" charset="0"/>
                <a:ea typeface="Paperlogy 8 ExtraBold" pitchFamily="34" charset="-127"/>
                <a:cs typeface="Paperlogy 8 ExtraBold" pitchFamily="34" charset="-120"/>
              </a:rPr>
              <a:t>훈련목적 및 추진체계</a:t>
            </a:r>
            <a:endParaRPr lang="en-US" sz="3000" dirty="0"/>
          </a:p>
        </p:txBody>
      </p:sp>
      <p:sp>
        <p:nvSpPr>
          <p:cNvPr id="3" name="Text 1"/>
          <p:cNvSpPr txBox="1"/>
          <p:nvPr/>
        </p:nvSpPr>
        <p:spPr>
          <a:xfrm>
            <a:off x="685800" y="419100"/>
            <a:ext cx="6096000" cy="209550"/>
          </a:xfrm>
          <a:prstGeom prst="rect">
            <a:avLst/>
          </a:prstGeom>
          <a:noFill/>
          <a:ln/>
        </p:spPr>
        <p:txBody>
          <a:bodyPr wrap="square" lIns="0" tIns="0" rIns="0" bIns="0" rtlCol="0" anchor="ctr"/>
          <a:lstStyle/>
          <a:p>
            <a:pPr algn="l" indent="0" marL="0">
              <a:lnSpc>
                <a:spcPct val="101900"/>
              </a:lnSpc>
              <a:buNone/>
            </a:pPr>
            <a:r>
              <a:rPr lang="ko-KR" altLang="en-US" sz="1200" dirty="0">
                <a:solidFill>
                  <a:schemeClr val="accent2"/>
                </a:solidFill>
                <a:latin typeface="Paperlogy 8 ExtraBold" pitchFamily="34" charset="0"/>
                <a:ea typeface="Paperlogy 8 ExtraBold" pitchFamily="34" charset="-127"/>
                <a:cs typeface="Paperlogy 8 ExtraBold" pitchFamily="34" charset="-120"/>
              </a:rPr>
              <a:t>01</a:t>
            </a:r>
            <a:endParaRPr lang="ko-KR" sz="1200" dirty="0"/>
          </a:p>
        </p:txBody>
      </p:sp>
      <p:sp>
        <p:nvSpPr>
          <p:cNvPr id="4" name="Legal basis card"/>
          <p:cNvSpPr/>
          <p:nvPr/>
        </p:nvSpPr>
        <p:spPr>
          <a:xfrm>
            <a:off x="685800" y="1447800"/>
            <a:ext cx="6705600" cy="2057400"/>
          </a:xfrm>
          <a:prstGeom prst="roundRect">
            <a:avLst>
              <a:gd name="adj" fmla="val 8333"/>
            </a:avLst>
          </a:prstGeom>
          <a:solidFill>
            <a:schemeClr val="bg2"/>
          </a:solidFill>
          <a:ln/>
        </p:spPr>
      </p:sp>
      <p:sp>
        <p:nvSpPr>
          <p:cNvPr id="5" name="Shape 3"/>
          <p:cNvSpPr/>
          <p:nvPr/>
        </p:nvSpPr>
        <p:spPr>
          <a:xfrm>
            <a:off x="952500" y="1695450"/>
            <a:ext cx="495300" cy="495300"/>
          </a:xfrm>
          <a:prstGeom prst="ellipse">
            <a:avLst/>
          </a:prstGeom>
          <a:solidFill>
            <a:schemeClr val="tx2"/>
          </a:solidFill>
          <a:ln/>
        </p:spPr>
      </p:sp>
      <p:pic>
        <p:nvPicPr>
          <p:cNvPr id="6" name="Image 0" descr="">    </p:cNvPr>
          <p:cNvPicPr>
            <a:picLocks noChangeAspect="1"/>
          </p:cNvPicPr>
          <p:nvPr/>
        </p:nvPicPr>
        <p:blipFill>
          <a:blip r:embed="rId1"/>
          <a:stretch>
            <a:fillRect/>
          </a:stretch>
        </p:blipFill>
        <p:spPr>
          <a:xfrm>
            <a:off x="1076325" y="1819275"/>
            <a:ext cx="247650" cy="247650"/>
          </a:xfrm>
          <a:prstGeom prst="rect">
            <a:avLst/>
          </a:prstGeom>
        </p:spPr>
      </p:pic>
      <p:sp>
        <p:nvSpPr>
          <p:cNvPr id="7" name="Text 4"/>
          <p:cNvSpPr txBox="1"/>
          <p:nvPr/>
        </p:nvSpPr>
        <p:spPr>
          <a:xfrm>
            <a:off x="1600200" y="1695450"/>
            <a:ext cx="2857500" cy="495300"/>
          </a:xfrm>
          <a:prstGeom prst="rect">
            <a:avLst/>
          </a:prstGeom>
          <a:noFill/>
          <a:ln/>
        </p:spPr>
        <p:txBody>
          <a:bodyPr wrap="square" lIns="0" tIns="0" rIns="0" bIns="0" rtlCol="0" anchor="ctr"/>
          <a:lstStyle/>
          <a:p>
            <a:pPr algn="l" indent="0" marL="0">
              <a:lnSpc>
                <a:spcPct val="101900"/>
              </a:lnSpc>
              <a:buNone/>
            </a:pPr>
            <a:r>
              <a:rPr lang="ko-KR" altLang="en-US" sz="1900" dirty="0">
                <a:solidFill>
                  <a:schemeClr val="tx1"/>
                </a:solidFill>
                <a:latin typeface="Paperlogy 7 Bold" pitchFamily="34" charset="0"/>
                <a:ea typeface="Paperlogy 7 Bold" pitchFamily="34" charset="-127"/>
                <a:cs typeface="Paperlogy 7 Bold" pitchFamily="34" charset="-120"/>
              </a:rPr>
              <a:t>추진 근거</a:t>
            </a:r>
            <a:endParaRPr lang="ko-KR" sz="1900" dirty="0"/>
          </a:p>
        </p:txBody>
      </p:sp>
      <p:sp>
        <p:nvSpPr>
          <p:cNvPr id="8" name="Shape 5"/>
          <p:cNvSpPr/>
          <p:nvPr/>
        </p:nvSpPr>
        <p:spPr>
          <a:xfrm>
            <a:off x="5753100" y="1771650"/>
            <a:ext cx="1371600" cy="342900"/>
          </a:xfrm>
          <a:prstGeom prst="roundRect">
            <a:avLst>
              <a:gd name="adj" fmla="val 50000"/>
            </a:avLst>
          </a:prstGeom>
          <a:solidFill>
            <a:schemeClr val="bg1"/>
          </a:solidFill>
          <a:ln w="14288">
            <a:solidFill>
              <a:schemeClr val="accent2"/>
            </a:solidFill>
            <a:prstDash val="solid"/>
          </a:ln>
        </p:spPr>
      </p:sp>
      <p:sp>
        <p:nvSpPr>
          <p:cNvPr id="9" name="Text 6"/>
          <p:cNvSpPr txBox="1"/>
          <p:nvPr/>
        </p:nvSpPr>
        <p:spPr>
          <a:xfrm>
            <a:off x="5753100" y="1771650"/>
            <a:ext cx="1371600" cy="342900"/>
          </a:xfrm>
          <a:prstGeom prst="rect">
            <a:avLst/>
          </a:prstGeom>
          <a:noFill/>
          <a:ln/>
        </p:spPr>
        <p:txBody>
          <a:bodyPr wrap="square" lIns="0" tIns="0" rIns="0" bIns="0" rtlCol="0" anchor="ctr"/>
          <a:lstStyle/>
          <a:p>
            <a:pPr algn="ctr" indent="0" marL="0">
              <a:lnSpc>
                <a:spcPct val="101900"/>
              </a:lnSpc>
              <a:buNone/>
            </a:pPr>
            <a:r>
              <a:rPr lang="ko-KR" altLang="en-US" sz="1300" dirty="0">
                <a:solidFill>
                  <a:schemeClr val="accent2"/>
                </a:solidFill>
                <a:latin typeface="Paperlogy 6 SemiBold" pitchFamily="34" charset="0"/>
                <a:ea typeface="Paperlogy 6 SemiBold" pitchFamily="34" charset="-127"/>
                <a:cs typeface="Paperlogy 6 SemiBold" pitchFamily="34" charset="-120"/>
              </a:rPr>
              <a:t>행정안전부 총괄</a:t>
            </a:r>
            <a:endParaRPr lang="ko-KR" sz="1300" dirty="0"/>
          </a:p>
        </p:txBody>
      </p:sp>
      <p:sp>
        <p:nvSpPr>
          <p:cNvPr id="10" name="Shape 7"/>
          <p:cNvSpPr/>
          <p:nvPr/>
        </p:nvSpPr>
        <p:spPr>
          <a:xfrm>
            <a:off x="952500" y="2362200"/>
            <a:ext cx="6172200" cy="476250"/>
          </a:xfrm>
          <a:prstGeom prst="roundRect">
            <a:avLst>
              <a:gd name="adj" fmla="val 24000"/>
            </a:avLst>
          </a:prstGeom>
          <a:solidFill>
            <a:schemeClr val="bg1"/>
          </a:solidFill>
          <a:ln/>
        </p:spPr>
      </p:sp>
      <p:sp>
        <p:nvSpPr>
          <p:cNvPr id="11" name="Text 8"/>
          <p:cNvSpPr txBox="1"/>
          <p:nvPr/>
        </p:nvSpPr>
        <p:spPr>
          <a:xfrm>
            <a:off x="1162050" y="2362200"/>
            <a:ext cx="762000" cy="476250"/>
          </a:xfrm>
          <a:prstGeom prst="rect">
            <a:avLst/>
          </a:prstGeom>
          <a:noFill/>
          <a:ln/>
        </p:spPr>
        <p:txBody>
          <a:bodyPr wrap="square" lIns="0" tIns="0" rIns="0" bIns="0" rtlCol="0" anchor="ctr"/>
          <a:lstStyle/>
          <a:p>
            <a:pPr algn="l" indent="0" marL="0">
              <a:lnSpc>
                <a:spcPct val="101900"/>
              </a:lnSpc>
              <a:buNone/>
            </a:pPr>
            <a:r>
              <a:rPr lang="ko-KR" altLang="en-US" sz="1400" dirty="0">
                <a:solidFill>
                  <a:schemeClr val="accent2"/>
                </a:solidFill>
                <a:latin typeface="Paperlogy 6 SemiBold" pitchFamily="34" charset="0"/>
                <a:ea typeface="Paperlogy 6 SemiBold" pitchFamily="34" charset="-127"/>
                <a:cs typeface="Paperlogy 6 SemiBold" pitchFamily="34" charset="-120"/>
              </a:rPr>
              <a:t>법률</a:t>
            </a:r>
            <a:endParaRPr lang="ko-KR" sz="1400" dirty="0"/>
          </a:p>
        </p:txBody>
      </p:sp>
      <p:sp>
        <p:nvSpPr>
          <p:cNvPr id="12" name="Text 9"/>
          <p:cNvSpPr txBox="1"/>
          <p:nvPr/>
        </p:nvSpPr>
        <p:spPr>
          <a:xfrm>
            <a:off x="1943100" y="2362200"/>
            <a:ext cx="5048250" cy="476250"/>
          </a:xfrm>
          <a:prstGeom prst="rect">
            <a:avLst/>
          </a:prstGeom>
          <a:noFill/>
          <a:ln/>
        </p:spPr>
        <p:txBody>
          <a:bodyPr wrap="square" lIns="0" tIns="0" rIns="0" bIns="0" rtlCol="0" anchor="ctr"/>
          <a:lstStyle/>
          <a:p>
            <a:pPr algn="l" indent="0" marL="0">
              <a:lnSpc>
                <a:spcPct val="101900"/>
              </a:lnSpc>
              <a:buNone/>
            </a:pPr>
            <a:r>
              <a:rPr lang="ko-KR" altLang="en-US" sz="1900" dirty="0">
                <a:solidFill>
                  <a:schemeClr val="tx1"/>
                </a:solidFill>
                <a:latin typeface="Paperlogy 7 Bold" pitchFamily="34" charset="0"/>
                <a:ea typeface="Paperlogy 7 Bold" pitchFamily="34" charset="-127"/>
                <a:cs typeface="Paperlogy 7 Bold" pitchFamily="34" charset="-120"/>
              </a:rPr>
              <a:t>재난 및 안전관리 기본법 제35조</a:t>
            </a:r>
            <a:endParaRPr lang="ko-KR" sz="1900" dirty="0"/>
          </a:p>
        </p:txBody>
      </p:sp>
      <p:sp>
        <p:nvSpPr>
          <p:cNvPr id="13" name="Shape 10"/>
          <p:cNvSpPr/>
          <p:nvPr/>
        </p:nvSpPr>
        <p:spPr>
          <a:xfrm>
            <a:off x="952500" y="2933700"/>
            <a:ext cx="6172200" cy="476250"/>
          </a:xfrm>
          <a:prstGeom prst="roundRect">
            <a:avLst>
              <a:gd name="adj" fmla="val 24000"/>
            </a:avLst>
          </a:prstGeom>
          <a:solidFill>
            <a:schemeClr val="bg1"/>
          </a:solidFill>
          <a:ln/>
        </p:spPr>
      </p:sp>
      <p:sp>
        <p:nvSpPr>
          <p:cNvPr id="14" name="Text 11"/>
          <p:cNvSpPr txBox="1"/>
          <p:nvPr/>
        </p:nvSpPr>
        <p:spPr>
          <a:xfrm>
            <a:off x="1162050" y="2933700"/>
            <a:ext cx="762000" cy="476250"/>
          </a:xfrm>
          <a:prstGeom prst="rect">
            <a:avLst/>
          </a:prstGeom>
          <a:noFill/>
          <a:ln/>
        </p:spPr>
        <p:txBody>
          <a:bodyPr wrap="square" lIns="0" tIns="0" rIns="0" bIns="0" rtlCol="0" anchor="ctr"/>
          <a:lstStyle/>
          <a:p>
            <a:pPr algn="l" indent="0" marL="0">
              <a:lnSpc>
                <a:spcPct val="101900"/>
              </a:lnSpc>
              <a:buNone/>
            </a:pPr>
            <a:r>
              <a:rPr lang="ko-KR" altLang="en-US" sz="1400" dirty="0">
                <a:solidFill>
                  <a:schemeClr val="accent2"/>
                </a:solidFill>
                <a:latin typeface="Paperlogy 6 SemiBold" pitchFamily="34" charset="0"/>
                <a:ea typeface="Paperlogy 6 SemiBold" pitchFamily="34" charset="-127"/>
                <a:cs typeface="Paperlogy 6 SemiBold" pitchFamily="34" charset="-120"/>
              </a:rPr>
              <a:t>시행령</a:t>
            </a:r>
            <a:endParaRPr lang="ko-KR" sz="1400" dirty="0"/>
          </a:p>
        </p:txBody>
      </p:sp>
      <p:sp>
        <p:nvSpPr>
          <p:cNvPr id="15" name="Text 12"/>
          <p:cNvSpPr txBox="1"/>
          <p:nvPr/>
        </p:nvSpPr>
        <p:spPr>
          <a:xfrm>
            <a:off x="1943100" y="2933700"/>
            <a:ext cx="5048250" cy="476250"/>
          </a:xfrm>
          <a:prstGeom prst="rect">
            <a:avLst/>
          </a:prstGeom>
          <a:noFill/>
          <a:ln/>
        </p:spPr>
        <p:txBody>
          <a:bodyPr wrap="square" lIns="0" tIns="0" rIns="0" bIns="0" rtlCol="0" anchor="ctr"/>
          <a:lstStyle/>
          <a:p>
            <a:pPr algn="l" indent="0" marL="0">
              <a:lnSpc>
                <a:spcPct val="101900"/>
              </a:lnSpc>
              <a:buNone/>
            </a:pPr>
            <a:r>
              <a:rPr lang="ko-KR" altLang="en-US" sz="1900" dirty="0">
                <a:solidFill>
                  <a:schemeClr val="tx1"/>
                </a:solidFill>
                <a:latin typeface="Paperlogy 7 Bold" pitchFamily="34" charset="0"/>
                <a:ea typeface="Paperlogy 7 Bold" pitchFamily="34" charset="-127"/>
                <a:cs typeface="Paperlogy 7 Bold" pitchFamily="34" charset="-120"/>
              </a:rPr>
              <a:t>같은 법 시행령 제43조의14</a:t>
            </a:r>
            <a:endParaRPr lang="ko-KR" sz="1900" dirty="0"/>
          </a:p>
        </p:txBody>
      </p:sp>
      <p:sp>
        <p:nvSpPr>
          <p:cNvPr id="16" name="Text 13"/>
          <p:cNvSpPr txBox="1"/>
          <p:nvPr/>
        </p:nvSpPr>
        <p:spPr>
          <a:xfrm>
            <a:off x="685800" y="3810000"/>
            <a:ext cx="6705600" cy="266700"/>
          </a:xfrm>
          <a:prstGeom prst="rect">
            <a:avLst/>
          </a:prstGeom>
          <a:noFill/>
          <a:ln/>
        </p:spPr>
        <p:txBody>
          <a:bodyPr wrap="square" lIns="0" tIns="0" rIns="0" bIns="0" rtlCol="0" anchor="ctr"/>
          <a:lstStyle/>
          <a:p>
            <a:pPr algn="l" indent="0" marL="0">
              <a:lnSpc>
                <a:spcPct val="101900"/>
              </a:lnSpc>
              <a:buNone/>
            </a:pPr>
            <a:r>
              <a:rPr lang="ko-KR" altLang="en-US" sz="1800" dirty="0">
                <a:solidFill>
                  <a:schemeClr val="tx1"/>
                </a:solidFill>
                <a:latin typeface="Paperlogy 7 Bold" pitchFamily="34" charset="0"/>
                <a:ea typeface="Paperlogy 7 Bold" pitchFamily="34" charset="-127"/>
                <a:cs typeface="Paperlogy 7 Bold" pitchFamily="34" charset="-120"/>
              </a:rPr>
              <a:t>도로 분야 복합재난 대응훈련</a:t>
            </a:r>
            <a:pPr algn="l" indent="0" marL="0">
              <a:lnSpc>
                <a:spcPct val="101900"/>
              </a:lnSpc>
              <a:buNone/>
            </a:pPr>
            <a:r>
              <a:rPr lang="ko-KR" altLang="en-US" sz="1400" dirty="0">
                <a:solidFill>
                  <a:schemeClr val="accent5"/>
                </a:solidFill>
                <a:latin typeface="Paperlogy 5 Medium" pitchFamily="34" charset="0"/>
                <a:ea typeface="Paperlogy 5 Medium" pitchFamily="34" charset="-127"/>
                <a:cs typeface="Paperlogy 5 Medium" pitchFamily="34" charset="-120"/>
              </a:rPr>
              <a:t>   대전국토청 소속 4개 국토관리사무소 매년 순환</a:t>
            </a:r>
            <a:endParaRPr lang="ko-KR" sz="1800" dirty="0"/>
          </a:p>
        </p:txBody>
      </p:sp>
      <p:sp>
        <p:nvSpPr>
          <p:cNvPr id="17" name="Shape 14"/>
          <p:cNvSpPr/>
          <p:nvPr/>
        </p:nvSpPr>
        <p:spPr>
          <a:xfrm>
            <a:off x="1047750" y="4838700"/>
            <a:ext cx="6096000" cy="0"/>
          </a:xfrm>
          <a:prstGeom prst="line">
            <a:avLst/>
          </a:prstGeom>
          <a:noFill/>
          <a:ln w="28575">
            <a:solidFill>
              <a:schemeClr val="accent6"/>
            </a:solidFill>
            <a:prstDash val="solid"/>
          </a:ln>
        </p:spPr>
      </p:sp>
      <p:sp>
        <p:nvSpPr>
          <p:cNvPr id="18" name="Shape 15"/>
          <p:cNvSpPr/>
          <p:nvPr/>
        </p:nvSpPr>
        <p:spPr>
          <a:xfrm>
            <a:off x="1143000" y="4743450"/>
            <a:ext cx="190500" cy="190500"/>
          </a:xfrm>
          <a:prstGeom prst="ellipse">
            <a:avLst/>
          </a:prstGeom>
          <a:solidFill>
            <a:schemeClr val="bg1"/>
          </a:solidFill>
          <a:ln w="28575">
            <a:solidFill>
              <a:schemeClr val="accent1"/>
            </a:solidFill>
            <a:prstDash val="solid"/>
          </a:ln>
        </p:spPr>
      </p:sp>
      <p:sp>
        <p:nvSpPr>
          <p:cNvPr id="19" name="Text 16"/>
          <p:cNvSpPr txBox="1"/>
          <p:nvPr/>
        </p:nvSpPr>
        <p:spPr>
          <a:xfrm>
            <a:off x="476250" y="4210050"/>
            <a:ext cx="1524000" cy="381000"/>
          </a:xfrm>
          <a:prstGeom prst="rect">
            <a:avLst/>
          </a:prstGeom>
          <a:noFill/>
          <a:ln/>
        </p:spPr>
        <p:txBody>
          <a:bodyPr wrap="square" lIns="0" tIns="0" rIns="0" bIns="0" rtlCol="0" anchor="ctr"/>
          <a:lstStyle/>
          <a:p>
            <a:pPr algn="ctr" indent="0" marL="0">
              <a:lnSpc>
                <a:spcPct val="101900"/>
              </a:lnSpc>
              <a:buNone/>
            </a:pPr>
            <a:r>
              <a:rPr lang="ko-KR" altLang="en-US" sz="2400" dirty="0">
                <a:solidFill>
                  <a:schemeClr val="tx1"/>
                </a:solidFill>
                <a:latin typeface="Paperlogy 8 ExtraBold" pitchFamily="34" charset="0"/>
                <a:ea typeface="Paperlogy 8 ExtraBold" pitchFamily="34" charset="-127"/>
                <a:cs typeface="Paperlogy 8 ExtraBold" pitchFamily="34" charset="-120"/>
              </a:rPr>
              <a:t>2023</a:t>
            </a:r>
            <a:endParaRPr lang="ko-KR" sz="2400" dirty="0"/>
          </a:p>
        </p:txBody>
      </p:sp>
      <p:sp>
        <p:nvSpPr>
          <p:cNvPr id="20" name="Text 17"/>
          <p:cNvSpPr txBox="1"/>
          <p:nvPr/>
        </p:nvSpPr>
        <p:spPr>
          <a:xfrm>
            <a:off x="476250" y="5124450"/>
            <a:ext cx="1524000" cy="266700"/>
          </a:xfrm>
          <a:prstGeom prst="rect">
            <a:avLst/>
          </a:prstGeom>
          <a:noFill/>
          <a:ln/>
        </p:spPr>
        <p:txBody>
          <a:bodyPr wrap="square" lIns="0" tIns="0" rIns="0" bIns="0" rtlCol="0" anchor="ctr"/>
          <a:lstStyle/>
          <a:p>
            <a:pPr algn="ctr" indent="0" marL="0">
              <a:lnSpc>
                <a:spcPct val="101900"/>
              </a:lnSpc>
              <a:buNone/>
            </a:pPr>
            <a:r>
              <a:rPr lang="ko-KR" altLang="en-US" sz="1700" dirty="0">
                <a:solidFill>
                  <a:schemeClr val="accent5"/>
                </a:solidFill>
                <a:latin typeface="Paperlogy 5 Medium" pitchFamily="34" charset="0"/>
                <a:ea typeface="Paperlogy 5 Medium" pitchFamily="34" charset="-127"/>
                <a:cs typeface="Paperlogy 5 Medium" pitchFamily="34" charset="-120"/>
              </a:rPr>
              <a:t>충주국토</a:t>
            </a:r>
            <a:endParaRPr lang="ko-KR" sz="1700" dirty="0"/>
          </a:p>
        </p:txBody>
      </p:sp>
      <p:sp>
        <p:nvSpPr>
          <p:cNvPr id="21" name="Shape 18"/>
          <p:cNvSpPr/>
          <p:nvPr/>
        </p:nvSpPr>
        <p:spPr>
          <a:xfrm>
            <a:off x="3048000" y="4743450"/>
            <a:ext cx="190500" cy="190500"/>
          </a:xfrm>
          <a:prstGeom prst="ellipse">
            <a:avLst/>
          </a:prstGeom>
          <a:solidFill>
            <a:schemeClr val="bg1"/>
          </a:solidFill>
          <a:ln w="28575">
            <a:solidFill>
              <a:schemeClr val="accent1"/>
            </a:solidFill>
            <a:prstDash val="solid"/>
          </a:ln>
        </p:spPr>
      </p:sp>
      <p:sp>
        <p:nvSpPr>
          <p:cNvPr id="22" name="Text 19"/>
          <p:cNvSpPr txBox="1"/>
          <p:nvPr/>
        </p:nvSpPr>
        <p:spPr>
          <a:xfrm>
            <a:off x="2381250" y="4210050"/>
            <a:ext cx="1524000" cy="381000"/>
          </a:xfrm>
          <a:prstGeom prst="rect">
            <a:avLst/>
          </a:prstGeom>
          <a:noFill/>
          <a:ln/>
        </p:spPr>
        <p:txBody>
          <a:bodyPr wrap="square" lIns="0" tIns="0" rIns="0" bIns="0" rtlCol="0" anchor="ctr"/>
          <a:lstStyle/>
          <a:p>
            <a:pPr algn="ctr" indent="0" marL="0">
              <a:lnSpc>
                <a:spcPct val="101900"/>
              </a:lnSpc>
              <a:buNone/>
            </a:pPr>
            <a:r>
              <a:rPr lang="ko-KR" altLang="en-US" sz="2400" dirty="0">
                <a:solidFill>
                  <a:schemeClr val="tx1"/>
                </a:solidFill>
                <a:latin typeface="Paperlogy 8 ExtraBold" pitchFamily="34" charset="0"/>
                <a:ea typeface="Paperlogy 8 ExtraBold" pitchFamily="34" charset="-127"/>
                <a:cs typeface="Paperlogy 8 ExtraBold" pitchFamily="34" charset="-120"/>
              </a:rPr>
              <a:t>2024</a:t>
            </a:r>
            <a:endParaRPr lang="ko-KR" sz="2400" dirty="0"/>
          </a:p>
        </p:txBody>
      </p:sp>
      <p:sp>
        <p:nvSpPr>
          <p:cNvPr id="23" name="Text 20"/>
          <p:cNvSpPr txBox="1"/>
          <p:nvPr/>
        </p:nvSpPr>
        <p:spPr>
          <a:xfrm>
            <a:off x="2381250" y="5124450"/>
            <a:ext cx="1524000" cy="266700"/>
          </a:xfrm>
          <a:prstGeom prst="rect">
            <a:avLst/>
          </a:prstGeom>
          <a:noFill/>
          <a:ln/>
        </p:spPr>
        <p:txBody>
          <a:bodyPr wrap="square" lIns="0" tIns="0" rIns="0" bIns="0" rtlCol="0" anchor="ctr"/>
          <a:lstStyle/>
          <a:p>
            <a:pPr algn="ctr" indent="0" marL="0">
              <a:lnSpc>
                <a:spcPct val="101900"/>
              </a:lnSpc>
              <a:buNone/>
            </a:pPr>
            <a:r>
              <a:rPr lang="ko-KR" altLang="en-US" sz="1700" dirty="0">
                <a:solidFill>
                  <a:schemeClr val="accent5"/>
                </a:solidFill>
                <a:latin typeface="Paperlogy 5 Medium" pitchFamily="34" charset="0"/>
                <a:ea typeface="Paperlogy 5 Medium" pitchFamily="34" charset="-127"/>
                <a:cs typeface="Paperlogy 5 Medium" pitchFamily="34" charset="-120"/>
              </a:rPr>
              <a:t>보은국토</a:t>
            </a:r>
            <a:endParaRPr lang="ko-KR" sz="1700" dirty="0"/>
          </a:p>
        </p:txBody>
      </p:sp>
      <p:sp>
        <p:nvSpPr>
          <p:cNvPr id="24" name="Shape 21"/>
          <p:cNvSpPr/>
          <p:nvPr/>
        </p:nvSpPr>
        <p:spPr>
          <a:xfrm>
            <a:off x="4953000" y="4743450"/>
            <a:ext cx="190500" cy="190500"/>
          </a:xfrm>
          <a:prstGeom prst="ellipse">
            <a:avLst/>
          </a:prstGeom>
          <a:solidFill>
            <a:schemeClr val="bg1"/>
          </a:solidFill>
          <a:ln w="28575">
            <a:solidFill>
              <a:schemeClr val="accent1"/>
            </a:solidFill>
            <a:prstDash val="solid"/>
          </a:ln>
        </p:spPr>
      </p:sp>
      <p:sp>
        <p:nvSpPr>
          <p:cNvPr id="25" name="Text 22"/>
          <p:cNvSpPr txBox="1"/>
          <p:nvPr/>
        </p:nvSpPr>
        <p:spPr>
          <a:xfrm>
            <a:off x="4286250" y="4210050"/>
            <a:ext cx="1524000" cy="381000"/>
          </a:xfrm>
          <a:prstGeom prst="rect">
            <a:avLst/>
          </a:prstGeom>
          <a:noFill/>
          <a:ln/>
        </p:spPr>
        <p:txBody>
          <a:bodyPr wrap="square" lIns="0" tIns="0" rIns="0" bIns="0" rtlCol="0" anchor="ctr"/>
          <a:lstStyle/>
          <a:p>
            <a:pPr algn="ctr" indent="0" marL="0">
              <a:lnSpc>
                <a:spcPct val="101900"/>
              </a:lnSpc>
              <a:buNone/>
            </a:pPr>
            <a:r>
              <a:rPr lang="ko-KR" altLang="en-US" sz="2400" dirty="0">
                <a:solidFill>
                  <a:schemeClr val="tx1"/>
                </a:solidFill>
                <a:latin typeface="Paperlogy 8 ExtraBold" pitchFamily="34" charset="0"/>
                <a:ea typeface="Paperlogy 8 ExtraBold" pitchFamily="34" charset="-127"/>
                <a:cs typeface="Paperlogy 8 ExtraBold" pitchFamily="34" charset="-120"/>
              </a:rPr>
              <a:t>2025</a:t>
            </a:r>
            <a:endParaRPr lang="ko-KR" sz="2400" dirty="0"/>
          </a:p>
        </p:txBody>
      </p:sp>
      <p:sp>
        <p:nvSpPr>
          <p:cNvPr id="26" name="Text 23"/>
          <p:cNvSpPr txBox="1"/>
          <p:nvPr/>
        </p:nvSpPr>
        <p:spPr>
          <a:xfrm>
            <a:off x="4286250" y="5124450"/>
            <a:ext cx="1524000" cy="266700"/>
          </a:xfrm>
          <a:prstGeom prst="rect">
            <a:avLst/>
          </a:prstGeom>
          <a:noFill/>
          <a:ln/>
        </p:spPr>
        <p:txBody>
          <a:bodyPr wrap="square" lIns="0" tIns="0" rIns="0" bIns="0" rtlCol="0" anchor="ctr"/>
          <a:lstStyle/>
          <a:p>
            <a:pPr algn="ctr" indent="0" marL="0">
              <a:lnSpc>
                <a:spcPct val="101900"/>
              </a:lnSpc>
              <a:buNone/>
            </a:pPr>
            <a:r>
              <a:rPr lang="ko-KR" altLang="en-US" sz="1700" dirty="0">
                <a:solidFill>
                  <a:schemeClr val="accent5"/>
                </a:solidFill>
                <a:latin typeface="Paperlogy 5 Medium" pitchFamily="34" charset="0"/>
                <a:ea typeface="Paperlogy 5 Medium" pitchFamily="34" charset="-127"/>
                <a:cs typeface="Paperlogy 5 Medium" pitchFamily="34" charset="-120"/>
              </a:rPr>
              <a:t>논산국토</a:t>
            </a:r>
            <a:endParaRPr lang="ko-KR" sz="1700" dirty="0"/>
          </a:p>
        </p:txBody>
      </p:sp>
      <p:sp>
        <p:nvSpPr>
          <p:cNvPr id="27" name="Shape 24"/>
          <p:cNvSpPr/>
          <p:nvPr/>
        </p:nvSpPr>
        <p:spPr>
          <a:xfrm>
            <a:off x="6743700" y="4629150"/>
            <a:ext cx="419100" cy="419100"/>
          </a:xfrm>
          <a:prstGeom prst="ellipse">
            <a:avLst/>
          </a:prstGeom>
          <a:solidFill>
            <a:schemeClr val="accent2">
              <a:alpha val="16000"/>
            </a:schemeClr>
          </a:solidFill>
          <a:ln/>
        </p:spPr>
      </p:sp>
      <p:sp>
        <p:nvSpPr>
          <p:cNvPr id="28" name="Shape 25"/>
          <p:cNvSpPr/>
          <p:nvPr/>
        </p:nvSpPr>
        <p:spPr>
          <a:xfrm>
            <a:off x="6838950" y="4724400"/>
            <a:ext cx="228600" cy="228600"/>
          </a:xfrm>
          <a:prstGeom prst="ellipse">
            <a:avLst/>
          </a:prstGeom>
          <a:solidFill>
            <a:schemeClr val="accent2"/>
          </a:solidFill>
          <a:ln/>
        </p:spPr>
      </p:sp>
      <p:sp>
        <p:nvSpPr>
          <p:cNvPr id="29" name="Text 26"/>
          <p:cNvSpPr txBox="1"/>
          <p:nvPr/>
        </p:nvSpPr>
        <p:spPr>
          <a:xfrm>
            <a:off x="6191250" y="4210050"/>
            <a:ext cx="1524000" cy="381000"/>
          </a:xfrm>
          <a:prstGeom prst="rect">
            <a:avLst/>
          </a:prstGeom>
          <a:noFill/>
          <a:ln/>
        </p:spPr>
        <p:txBody>
          <a:bodyPr wrap="square" lIns="0" tIns="0" rIns="0" bIns="0" rtlCol="0" anchor="ctr"/>
          <a:lstStyle/>
          <a:p>
            <a:pPr algn="ctr" indent="0" marL="0">
              <a:lnSpc>
                <a:spcPct val="101900"/>
              </a:lnSpc>
              <a:buNone/>
            </a:pPr>
            <a:r>
              <a:rPr lang="ko-KR" altLang="en-US" sz="2400" dirty="0">
                <a:solidFill>
                  <a:schemeClr val="accent2"/>
                </a:solidFill>
                <a:latin typeface="Paperlogy 8 ExtraBold" pitchFamily="34" charset="0"/>
                <a:ea typeface="Paperlogy 8 ExtraBold" pitchFamily="34" charset="-127"/>
                <a:cs typeface="Paperlogy 8 ExtraBold" pitchFamily="34" charset="-120"/>
              </a:rPr>
              <a:t>2026</a:t>
            </a:r>
            <a:endParaRPr lang="ko-KR" sz="2400" dirty="0"/>
          </a:p>
        </p:txBody>
      </p:sp>
      <p:sp>
        <p:nvSpPr>
          <p:cNvPr id="30" name="Text 27"/>
          <p:cNvSpPr txBox="1"/>
          <p:nvPr/>
        </p:nvSpPr>
        <p:spPr>
          <a:xfrm>
            <a:off x="6191250" y="5124450"/>
            <a:ext cx="1524000" cy="266700"/>
          </a:xfrm>
          <a:prstGeom prst="rect">
            <a:avLst/>
          </a:prstGeom>
          <a:noFill/>
          <a:ln/>
        </p:spPr>
        <p:txBody>
          <a:bodyPr wrap="square" lIns="0" tIns="0" rIns="0" bIns="0" rtlCol="0" anchor="ctr"/>
          <a:lstStyle/>
          <a:p>
            <a:pPr algn="ctr" indent="0" marL="0">
              <a:lnSpc>
                <a:spcPct val="101900"/>
              </a:lnSpc>
              <a:buNone/>
            </a:pPr>
            <a:r>
              <a:rPr lang="ko-KR" altLang="en-US" sz="1700" dirty="0">
                <a:solidFill>
                  <a:schemeClr val="accent2"/>
                </a:solidFill>
                <a:latin typeface="Paperlogy 7 Bold" pitchFamily="34" charset="0"/>
                <a:ea typeface="Paperlogy 7 Bold" pitchFamily="34" charset="-127"/>
                <a:cs typeface="Paperlogy 7 Bold" pitchFamily="34" charset="-120"/>
              </a:rPr>
              <a:t>예산국토</a:t>
            </a:r>
            <a:endParaRPr lang="ko-KR" sz="1700" dirty="0"/>
          </a:p>
        </p:txBody>
      </p:sp>
      <p:sp>
        <p:nvSpPr>
          <p:cNvPr id="31" name="Shape 28"/>
          <p:cNvSpPr/>
          <p:nvPr/>
        </p:nvSpPr>
        <p:spPr>
          <a:xfrm>
            <a:off x="6629400" y="5467350"/>
            <a:ext cx="647700" cy="247650"/>
          </a:xfrm>
          <a:prstGeom prst="roundRect">
            <a:avLst>
              <a:gd name="adj" fmla="val 50000"/>
            </a:avLst>
          </a:prstGeom>
          <a:solidFill>
            <a:schemeClr val="accent2"/>
          </a:solidFill>
          <a:ln/>
        </p:spPr>
      </p:sp>
      <p:sp>
        <p:nvSpPr>
          <p:cNvPr id="32" name="Text 29"/>
          <p:cNvSpPr txBox="1"/>
          <p:nvPr/>
        </p:nvSpPr>
        <p:spPr>
          <a:xfrm>
            <a:off x="6629400" y="5467350"/>
            <a:ext cx="647700" cy="247650"/>
          </a:xfrm>
          <a:prstGeom prst="rect">
            <a:avLst/>
          </a:prstGeom>
          <a:noFill/>
          <a:ln/>
        </p:spPr>
        <p:txBody>
          <a:bodyPr wrap="square" lIns="0" tIns="0" rIns="0" bIns="0" rtlCol="0" anchor="ctr"/>
          <a:lstStyle/>
          <a:p>
            <a:pPr algn="ctr" indent="0" marL="0">
              <a:lnSpc>
                <a:spcPct val="101900"/>
              </a:lnSpc>
              <a:buNone/>
            </a:pPr>
            <a:r>
              <a:rPr lang="ko-KR" altLang="en-US" sz="1200" dirty="0">
                <a:solidFill>
                  <a:schemeClr val="bg1"/>
                </a:solidFill>
                <a:latin typeface="Paperlogy 6 SemiBold" pitchFamily="34" charset="0"/>
                <a:ea typeface="Paperlogy 6 SemiBold" pitchFamily="34" charset="-127"/>
                <a:cs typeface="Paperlogy 6 SemiBold" pitchFamily="34" charset="-120"/>
              </a:rPr>
              <a:t>올해</a:t>
            </a:r>
            <a:endParaRPr lang="ko-KR" sz="1200" dirty="0"/>
          </a:p>
        </p:txBody>
      </p:sp>
      <p:sp>
        <p:nvSpPr>
          <p:cNvPr id="33" name="Key message card"/>
          <p:cNvSpPr/>
          <p:nvPr/>
        </p:nvSpPr>
        <p:spPr>
          <a:xfrm>
            <a:off x="7696200" y="1447800"/>
            <a:ext cx="3810000" cy="4648200"/>
          </a:xfrm>
          <a:prstGeom prst="roundRect">
            <a:avLst>
              <a:gd name="adj" fmla="val 4500"/>
            </a:avLst>
          </a:prstGeom>
          <a:solidFill>
            <a:schemeClr val="tx2"/>
          </a:solidFill>
          <a:ln/>
        </p:spPr>
      </p:sp>
      <p:sp>
        <p:nvSpPr>
          <p:cNvPr id="34" name="Text 31"/>
          <p:cNvSpPr txBox="1"/>
          <p:nvPr/>
        </p:nvSpPr>
        <p:spPr>
          <a:xfrm>
            <a:off x="8001000" y="1752600"/>
            <a:ext cx="3200400" cy="228600"/>
          </a:xfrm>
          <a:prstGeom prst="rect">
            <a:avLst/>
          </a:prstGeom>
          <a:noFill/>
          <a:ln/>
        </p:spPr>
        <p:txBody>
          <a:bodyPr wrap="square" lIns="0" tIns="0" rIns="0" bIns="0" rtlCol="0" anchor="ctr"/>
          <a:lstStyle/>
          <a:p>
            <a:pPr algn="l" indent="0" marL="0">
              <a:lnSpc>
                <a:spcPct val="101900"/>
              </a:lnSpc>
              <a:buNone/>
            </a:pPr>
            <a:r>
              <a:rPr lang="ko-KR" altLang="en-US" sz="1400" dirty="0">
                <a:solidFill>
                  <a:schemeClr val="accent3"/>
                </a:solidFill>
                <a:latin typeface="Paperlogy 6 SemiBold" pitchFamily="34" charset="0"/>
                <a:ea typeface="Paperlogy 6 SemiBold" pitchFamily="34" charset="-127"/>
                <a:cs typeface="Paperlogy 6 SemiBold" pitchFamily="34" charset="-120"/>
              </a:rPr>
              <a:t>훈련 목적</a:t>
            </a:r>
            <a:endParaRPr lang="ko-KR" sz="1400" dirty="0"/>
          </a:p>
        </p:txBody>
      </p:sp>
      <p:pic>
        <p:nvPicPr>
          <p:cNvPr id="35" name="Image 1" descr="">    </p:cNvPr>
          <p:cNvPicPr>
            <a:picLocks noChangeAspect="1"/>
          </p:cNvPicPr>
          <p:nvPr/>
        </p:nvPicPr>
        <p:blipFill>
          <a:blip r:embed="rId2"/>
          <a:stretch>
            <a:fillRect/>
          </a:stretch>
        </p:blipFill>
        <p:spPr>
          <a:xfrm>
            <a:off x="8001000" y="2924175"/>
            <a:ext cx="419100" cy="419100"/>
          </a:xfrm>
          <a:prstGeom prst="rect">
            <a:avLst/>
          </a:prstGeom>
        </p:spPr>
      </p:pic>
      <p:sp>
        <p:nvSpPr>
          <p:cNvPr id="36" name="Text 32"/>
          <p:cNvSpPr txBox="1"/>
          <p:nvPr/>
        </p:nvSpPr>
        <p:spPr>
          <a:xfrm>
            <a:off x="8001000" y="3609975"/>
            <a:ext cx="3200400" cy="1095375"/>
          </a:xfrm>
          <a:prstGeom prst="rect">
            <a:avLst/>
          </a:prstGeom>
          <a:noFill/>
          <a:ln/>
        </p:spPr>
        <p:txBody>
          <a:bodyPr wrap="square" lIns="0" tIns="0" rIns="0" bIns="0" rtlCol="0" anchor="t"/>
          <a:lstStyle/>
          <a:p>
            <a:pPr algn="l" indent="0" marL="0">
              <a:lnSpc>
                <a:spcPct val="103600"/>
              </a:lnSpc>
              <a:buNone/>
            </a:pPr>
            <a:r>
              <a:rPr lang="ko-KR" altLang="en-US" sz="3400" spc="-50" kern="0" dirty="0">
                <a:solidFill>
                  <a:schemeClr val="bg1"/>
                </a:solidFill>
                <a:latin typeface="Paperlogy 8 ExtraBold" pitchFamily="34" charset="0"/>
                <a:ea typeface="Paperlogy 8 ExtraBold" pitchFamily="34" charset="-127"/>
                <a:cs typeface="Paperlogy 8 ExtraBold" pitchFamily="34" charset="-120"/>
              </a:rPr>
              <a:t>현장</a:t>
            </a:r>
            <a:endParaRPr lang="ko-KR" sz="3400" dirty="0"/>
          </a:p>
          <a:p>
            <a:pPr algn="l" indent="0" marL="0">
              <a:lnSpc>
                <a:spcPct val="103600"/>
              </a:lnSpc>
              <a:buNone/>
            </a:pPr>
            <a:r>
              <a:rPr lang="ko-KR" altLang="en-US" sz="3400" spc="-50" kern="0" dirty="0">
                <a:solidFill>
                  <a:schemeClr val="bg1"/>
                </a:solidFill>
                <a:latin typeface="Paperlogy 8 ExtraBold" pitchFamily="34" charset="0"/>
                <a:ea typeface="Paperlogy 8 ExtraBold" pitchFamily="34" charset="-127"/>
                <a:cs typeface="Paperlogy 8 ExtraBold" pitchFamily="34" charset="-120"/>
              </a:rPr>
              <a:t>대응능력 강화</a:t>
            </a:r>
            <a:endParaRPr lang="ko-KR" sz="3400" dirty="0"/>
          </a:p>
        </p:txBody>
      </p:sp>
      <p:sp>
        <p:nvSpPr>
          <p:cNvPr id="37" name="Text 33"/>
          <p:cNvSpPr txBox="1"/>
          <p:nvPr/>
        </p:nvSpPr>
        <p:spPr>
          <a:xfrm>
            <a:off x="8001000" y="4838700"/>
            <a:ext cx="3200400" cy="952500"/>
          </a:xfrm>
          <a:prstGeom prst="rect">
            <a:avLst/>
          </a:prstGeom>
          <a:noFill/>
          <a:ln/>
        </p:spPr>
        <p:txBody>
          <a:bodyPr wrap="square" lIns="0" tIns="0" rIns="0" bIns="0" rtlCol="0" anchor="t"/>
          <a:lstStyle/>
          <a:p>
            <a:pPr algn="l" indent="0" marL="0">
              <a:lnSpc>
                <a:spcPct val="127400"/>
              </a:lnSpc>
              <a:buNone/>
            </a:pPr>
            <a:r>
              <a:rPr lang="ko-KR" altLang="en-US" sz="1600" dirty="0">
                <a:solidFill>
                  <a:schemeClr val="accent4"/>
                </a:solidFill>
                <a:latin typeface="Paperlogy 4 Regular" pitchFamily="34" charset="0"/>
                <a:ea typeface="Paperlogy 4 Regular" pitchFamily="34" charset="-127"/>
                <a:cs typeface="Paperlogy 4 Regular" pitchFamily="34" charset="-120"/>
              </a:rPr>
              <a:t>국가 재난관리 조직의</a:t>
            </a:r>
            <a:endParaRPr lang="ko-KR" sz="1600" dirty="0"/>
          </a:p>
          <a:p>
            <a:pPr algn="l" indent="0" marL="0">
              <a:lnSpc>
                <a:spcPct val="127400"/>
              </a:lnSpc>
              <a:buNone/>
            </a:pPr>
            <a:r>
              <a:rPr lang="ko-KR" altLang="en-US" sz="1600" dirty="0">
                <a:solidFill>
                  <a:schemeClr val="accent4"/>
                </a:solidFill>
                <a:latin typeface="Paperlogy 4 Regular" pitchFamily="34" charset="0"/>
                <a:ea typeface="Paperlogy 4 Regular" pitchFamily="34" charset="-127"/>
                <a:cs typeface="Paperlogy 4 Regular" pitchFamily="34" charset="-120"/>
              </a:rPr>
              <a:t>관계기관 합동훈련으로</a:t>
            </a:r>
            <a:endParaRPr lang="ko-KR" sz="1600" dirty="0"/>
          </a:p>
          <a:p>
            <a:pPr algn="l" indent="0" marL="0">
              <a:lnSpc>
                <a:spcPct val="127400"/>
              </a:lnSpc>
              <a:buNone/>
            </a:pPr>
            <a:r>
              <a:rPr lang="ko-KR" altLang="en-US" sz="1600" dirty="0">
                <a:solidFill>
                  <a:schemeClr val="accent4"/>
                </a:solidFill>
                <a:latin typeface="Paperlogy 4 Regular" pitchFamily="34" charset="0"/>
                <a:ea typeface="Paperlogy 4 Regular" pitchFamily="34" charset="-127"/>
                <a:cs typeface="Paperlogy 4 Regular" pitchFamily="34" charset="-120"/>
              </a:rPr>
              <a:t>복합재난 합동대응 역량 확보</a:t>
            </a:r>
            <a:endParaRPr lang="ko-KR" sz="1600" dirty="0"/>
          </a:p>
        </p:txBody>
      </p:sp>
      <p:sp>
        <p:nvSpPr>
          <p:cNvPr id="25" name="Slide Number Placeholder 0"/>
          <p:cNvSpPr>
            <a:spLocks noGrp="1"/>
          </p:cNvSpPr>
          <p:nvPr>
            <p:ph type="sldNum" sz="quarter" idx="4294967295"/>
          </p:nvPr>
        </p:nvSpPr>
        <p:spPr>
          <a:xfrm>
            <a:off x="10553700" y="6438900"/>
            <a:ext cx="952500" cy="1905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latin typeface="Paperlogy 6 SemiBold"/>
                <a:ea typeface="Paperlogy 6 SemiBold"/>
                <a:cs typeface="Paperlogy 6 SemiBold"/>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685800" y="666750"/>
            <a:ext cx="10820400" cy="495300"/>
          </a:xfrm>
          <a:prstGeom prst="rect">
            <a:avLst/>
          </a:prstGeom>
          <a:noFill/>
          <a:ln/>
        </p:spPr>
        <p:txBody>
          <a:bodyPr wrap="square" lIns="0" tIns="0" rIns="0" bIns="0" rtlCol="0" anchor="t"/>
          <a:lstStyle/>
          <a:p>
            <a:pPr algn="l" indent="0" marL="0">
              <a:lnSpc>
                <a:spcPct val="101900"/>
              </a:lnSpc>
              <a:buNone/>
            </a:pPr>
            <a:r>
              <a:rPr lang="ko-KR" altLang="en-US" sz="3000" spc="-50" kern="0" dirty="0">
                <a:solidFill>
                  <a:schemeClr val="tx2"/>
                </a:solidFill>
                <a:latin typeface="Paperlogy 8 ExtraBold" pitchFamily="34" charset="0"/>
                <a:ea typeface="Paperlogy 8 ExtraBold" pitchFamily="34" charset="-127"/>
                <a:cs typeface="Paperlogy 8 ExtraBold" pitchFamily="34" charset="-120"/>
              </a:rPr>
              <a:t>도로터널 훈련배경</a:t>
            </a:r>
            <a:endParaRPr lang="en-US" sz="3000" dirty="0"/>
          </a:p>
        </p:txBody>
      </p:sp>
      <p:sp>
        <p:nvSpPr>
          <p:cNvPr id="3" name="Text 1"/>
          <p:cNvSpPr txBox="1"/>
          <p:nvPr/>
        </p:nvSpPr>
        <p:spPr>
          <a:xfrm>
            <a:off x="685800" y="419100"/>
            <a:ext cx="6096000" cy="209550"/>
          </a:xfrm>
          <a:prstGeom prst="rect">
            <a:avLst/>
          </a:prstGeom>
          <a:noFill/>
          <a:ln/>
        </p:spPr>
        <p:txBody>
          <a:bodyPr wrap="square" lIns="0" tIns="0" rIns="0" bIns="0" rtlCol="0" anchor="ctr"/>
          <a:lstStyle/>
          <a:p>
            <a:pPr algn="l" indent="0" marL="0">
              <a:lnSpc>
                <a:spcPct val="101900"/>
              </a:lnSpc>
              <a:buNone/>
            </a:pPr>
            <a:r>
              <a:rPr lang="ko-KR" altLang="en-US" sz="1200" dirty="0">
                <a:solidFill>
                  <a:schemeClr val="accent2"/>
                </a:solidFill>
                <a:latin typeface="Paperlogy 8 ExtraBold" pitchFamily="34" charset="0"/>
                <a:ea typeface="Paperlogy 8 ExtraBold" pitchFamily="34" charset="-127"/>
                <a:cs typeface="Paperlogy 8 ExtraBold" pitchFamily="34" charset="-120"/>
              </a:rPr>
              <a:t>02</a:t>
            </a:r>
            <a:endParaRPr lang="ko-KR" sz="1200" dirty="0"/>
          </a:p>
        </p:txBody>
      </p:sp>
      <p:sp>
        <p:nvSpPr>
          <p:cNvPr id="4" name="Text 2"/>
          <p:cNvSpPr txBox="1"/>
          <p:nvPr/>
        </p:nvSpPr>
        <p:spPr>
          <a:xfrm>
            <a:off x="685800" y="1447800"/>
            <a:ext cx="3429000" cy="266700"/>
          </a:xfrm>
          <a:prstGeom prst="rect">
            <a:avLst/>
          </a:prstGeom>
          <a:noFill/>
          <a:ln/>
        </p:spPr>
        <p:txBody>
          <a:bodyPr wrap="square" lIns="0" tIns="0" rIns="0" bIns="0" rtlCol="0" anchor="ctr"/>
          <a:lstStyle/>
          <a:p>
            <a:pPr algn="l" indent="0" marL="0">
              <a:lnSpc>
                <a:spcPct val="101900"/>
              </a:lnSpc>
              <a:buNone/>
            </a:pPr>
            <a:r>
              <a:rPr lang="ko-KR" altLang="en-US" sz="1800" dirty="0">
                <a:solidFill>
                  <a:schemeClr val="tx1"/>
                </a:solidFill>
                <a:latin typeface="Paperlogy 7 Bold" pitchFamily="34" charset="0"/>
                <a:ea typeface="Paperlogy 7 Bold" pitchFamily="34" charset="-127"/>
                <a:cs typeface="Paperlogy 7 Bold" pitchFamily="34" charset="-120"/>
              </a:rPr>
              <a:t>도로터널 위험 특성</a:t>
            </a:r>
            <a:endParaRPr lang="ko-KR" sz="1800" dirty="0"/>
          </a:p>
        </p:txBody>
      </p:sp>
      <p:sp>
        <p:nvSpPr>
          <p:cNvPr id="5" name="Shape 3"/>
          <p:cNvSpPr/>
          <p:nvPr/>
        </p:nvSpPr>
        <p:spPr>
          <a:xfrm>
            <a:off x="685800" y="1828800"/>
            <a:ext cx="3429000" cy="838200"/>
          </a:xfrm>
          <a:prstGeom prst="roundRect">
            <a:avLst>
              <a:gd name="adj" fmla="val 15909"/>
            </a:avLst>
          </a:prstGeom>
          <a:solidFill>
            <a:schemeClr val="bg1"/>
          </a:solidFill>
          <a:ln w="14288">
            <a:solidFill>
              <a:schemeClr val="accent6"/>
            </a:solidFill>
            <a:prstDash val="solid"/>
          </a:ln>
        </p:spPr>
      </p:sp>
      <p:sp>
        <p:nvSpPr>
          <p:cNvPr id="6" name="Shape 4"/>
          <p:cNvSpPr/>
          <p:nvPr/>
        </p:nvSpPr>
        <p:spPr>
          <a:xfrm>
            <a:off x="876300" y="2000250"/>
            <a:ext cx="495300" cy="495300"/>
          </a:xfrm>
          <a:prstGeom prst="ellipse">
            <a:avLst/>
          </a:prstGeom>
          <a:solidFill>
            <a:schemeClr val="accent2">
              <a:alpha val="12000"/>
            </a:schemeClr>
          </a:solidFill>
          <a:ln/>
        </p:spPr>
      </p:sp>
      <p:pic>
        <p:nvPicPr>
          <p:cNvPr id="7" name="Image 0" descr="">    </p:cNvPr>
          <p:cNvPicPr>
            <a:picLocks noChangeAspect="1"/>
          </p:cNvPicPr>
          <p:nvPr/>
        </p:nvPicPr>
        <p:blipFill>
          <a:blip r:embed="rId1"/>
          <a:stretch>
            <a:fillRect/>
          </a:stretch>
        </p:blipFill>
        <p:spPr>
          <a:xfrm>
            <a:off x="1000125" y="2124075"/>
            <a:ext cx="247650" cy="247650"/>
          </a:xfrm>
          <a:prstGeom prst="rect">
            <a:avLst/>
          </a:prstGeom>
        </p:spPr>
      </p:pic>
      <p:sp>
        <p:nvSpPr>
          <p:cNvPr id="8" name="Text 5"/>
          <p:cNvSpPr txBox="1"/>
          <p:nvPr/>
        </p:nvSpPr>
        <p:spPr>
          <a:xfrm>
            <a:off x="1543050" y="1828800"/>
            <a:ext cx="2381250" cy="838200"/>
          </a:xfrm>
          <a:prstGeom prst="rect">
            <a:avLst/>
          </a:prstGeom>
          <a:noFill/>
          <a:ln/>
        </p:spPr>
        <p:txBody>
          <a:bodyPr wrap="square" lIns="0" tIns="0" rIns="0" bIns="0" rtlCol="0" anchor="ctr"/>
          <a:lstStyle/>
          <a:p>
            <a:pPr algn="l" indent="0" marL="0">
              <a:lnSpc>
                <a:spcPct val="101900"/>
              </a:lnSpc>
              <a:buNone/>
            </a:pPr>
            <a:r>
              <a:rPr lang="ko-KR" altLang="en-US" sz="1900" dirty="0">
                <a:solidFill>
                  <a:schemeClr val="tx1"/>
                </a:solidFill>
                <a:latin typeface="Paperlogy 7 Bold" pitchFamily="34" charset="0"/>
                <a:ea typeface="Paperlogy 7 Bold" pitchFamily="34" charset="-127"/>
                <a:cs typeface="Paperlogy 7 Bold" pitchFamily="34" charset="-120"/>
              </a:rPr>
              <a:t>폐쇄적 공간 특성</a:t>
            </a:r>
            <a:endParaRPr lang="ko-KR" sz="1900" dirty="0"/>
          </a:p>
        </p:txBody>
      </p:sp>
      <p:sp>
        <p:nvSpPr>
          <p:cNvPr id="9" name="Shape 6"/>
          <p:cNvSpPr/>
          <p:nvPr/>
        </p:nvSpPr>
        <p:spPr>
          <a:xfrm>
            <a:off x="685800" y="2781300"/>
            <a:ext cx="3429000" cy="838200"/>
          </a:xfrm>
          <a:prstGeom prst="roundRect">
            <a:avLst>
              <a:gd name="adj" fmla="val 15909"/>
            </a:avLst>
          </a:prstGeom>
          <a:solidFill>
            <a:schemeClr val="bg1"/>
          </a:solidFill>
          <a:ln w="14288">
            <a:solidFill>
              <a:schemeClr val="accent6"/>
            </a:solidFill>
            <a:prstDash val="solid"/>
          </a:ln>
        </p:spPr>
      </p:sp>
      <p:sp>
        <p:nvSpPr>
          <p:cNvPr id="10" name="Shape 7"/>
          <p:cNvSpPr/>
          <p:nvPr/>
        </p:nvSpPr>
        <p:spPr>
          <a:xfrm>
            <a:off x="876300" y="2952750"/>
            <a:ext cx="495300" cy="495300"/>
          </a:xfrm>
          <a:prstGeom prst="ellipse">
            <a:avLst/>
          </a:prstGeom>
          <a:solidFill>
            <a:schemeClr val="accent2">
              <a:alpha val="12000"/>
            </a:schemeClr>
          </a:solidFill>
          <a:ln/>
        </p:spPr>
      </p:sp>
      <p:pic>
        <p:nvPicPr>
          <p:cNvPr id="11" name="Image 1" descr="">    </p:cNvPr>
          <p:cNvPicPr>
            <a:picLocks noChangeAspect="1"/>
          </p:cNvPicPr>
          <p:nvPr/>
        </p:nvPicPr>
        <p:blipFill>
          <a:blip r:embed="rId2"/>
          <a:stretch>
            <a:fillRect/>
          </a:stretch>
        </p:blipFill>
        <p:spPr>
          <a:xfrm>
            <a:off x="1000125" y="3076575"/>
            <a:ext cx="247650" cy="247650"/>
          </a:xfrm>
          <a:prstGeom prst="rect">
            <a:avLst/>
          </a:prstGeom>
        </p:spPr>
      </p:pic>
      <p:sp>
        <p:nvSpPr>
          <p:cNvPr id="12" name="Text 8"/>
          <p:cNvSpPr txBox="1"/>
          <p:nvPr/>
        </p:nvSpPr>
        <p:spPr>
          <a:xfrm>
            <a:off x="1543050" y="2781300"/>
            <a:ext cx="2381250" cy="838200"/>
          </a:xfrm>
          <a:prstGeom prst="rect">
            <a:avLst/>
          </a:prstGeom>
          <a:noFill/>
          <a:ln/>
        </p:spPr>
        <p:txBody>
          <a:bodyPr wrap="square" lIns="0" tIns="0" rIns="0" bIns="0" rtlCol="0" anchor="ctr"/>
          <a:lstStyle/>
          <a:p>
            <a:pPr algn="l" indent="0" marL="0">
              <a:lnSpc>
                <a:spcPct val="101900"/>
              </a:lnSpc>
              <a:buNone/>
            </a:pPr>
            <a:r>
              <a:rPr lang="ko-KR" altLang="en-US" sz="1900" dirty="0">
                <a:solidFill>
                  <a:schemeClr val="tx1"/>
                </a:solidFill>
                <a:latin typeface="Paperlogy 7 Bold" pitchFamily="34" charset="0"/>
                <a:ea typeface="Paperlogy 7 Bold" pitchFamily="34" charset="-127"/>
                <a:cs typeface="Paperlogy 7 Bold" pitchFamily="34" charset="-120"/>
              </a:rPr>
              <a:t>시야확보 · 대피 곤란</a:t>
            </a:r>
            <a:endParaRPr lang="ko-KR" sz="1900" dirty="0"/>
          </a:p>
        </p:txBody>
      </p:sp>
      <p:sp>
        <p:nvSpPr>
          <p:cNvPr id="13" name="Shape 9"/>
          <p:cNvSpPr/>
          <p:nvPr/>
        </p:nvSpPr>
        <p:spPr>
          <a:xfrm>
            <a:off x="685800" y="3733800"/>
            <a:ext cx="3429000" cy="838200"/>
          </a:xfrm>
          <a:prstGeom prst="roundRect">
            <a:avLst>
              <a:gd name="adj" fmla="val 15909"/>
            </a:avLst>
          </a:prstGeom>
          <a:solidFill>
            <a:schemeClr val="bg1"/>
          </a:solidFill>
          <a:ln w="14288">
            <a:solidFill>
              <a:schemeClr val="accent6"/>
            </a:solidFill>
            <a:prstDash val="solid"/>
          </a:ln>
        </p:spPr>
      </p:sp>
      <p:sp>
        <p:nvSpPr>
          <p:cNvPr id="14" name="Shape 10"/>
          <p:cNvSpPr/>
          <p:nvPr/>
        </p:nvSpPr>
        <p:spPr>
          <a:xfrm>
            <a:off x="876300" y="3905250"/>
            <a:ext cx="495300" cy="495300"/>
          </a:xfrm>
          <a:prstGeom prst="ellipse">
            <a:avLst/>
          </a:prstGeom>
          <a:solidFill>
            <a:schemeClr val="accent2">
              <a:alpha val="12000"/>
            </a:schemeClr>
          </a:solidFill>
          <a:ln/>
        </p:spPr>
      </p:sp>
      <p:pic>
        <p:nvPicPr>
          <p:cNvPr id="15" name="Image 2" descr="">    </p:cNvPr>
          <p:cNvPicPr>
            <a:picLocks noChangeAspect="1"/>
          </p:cNvPicPr>
          <p:nvPr/>
        </p:nvPicPr>
        <p:blipFill>
          <a:blip r:embed="rId3"/>
          <a:stretch>
            <a:fillRect/>
          </a:stretch>
        </p:blipFill>
        <p:spPr>
          <a:xfrm>
            <a:off x="1000125" y="4029075"/>
            <a:ext cx="247650" cy="247650"/>
          </a:xfrm>
          <a:prstGeom prst="rect">
            <a:avLst/>
          </a:prstGeom>
        </p:spPr>
      </p:pic>
      <p:sp>
        <p:nvSpPr>
          <p:cNvPr id="16" name="Text 11"/>
          <p:cNvSpPr txBox="1"/>
          <p:nvPr/>
        </p:nvSpPr>
        <p:spPr>
          <a:xfrm>
            <a:off x="1543050" y="3733800"/>
            <a:ext cx="2381250" cy="838200"/>
          </a:xfrm>
          <a:prstGeom prst="rect">
            <a:avLst/>
          </a:prstGeom>
          <a:noFill/>
          <a:ln/>
        </p:spPr>
        <p:txBody>
          <a:bodyPr wrap="square" lIns="0" tIns="0" rIns="0" bIns="0" rtlCol="0" anchor="ctr"/>
          <a:lstStyle/>
          <a:p>
            <a:pPr algn="l" indent="0" marL="0">
              <a:lnSpc>
                <a:spcPct val="101900"/>
              </a:lnSpc>
              <a:buNone/>
            </a:pPr>
            <a:r>
              <a:rPr lang="ko-KR" altLang="en-US" sz="1900" dirty="0">
                <a:solidFill>
                  <a:schemeClr val="tx1"/>
                </a:solidFill>
                <a:latin typeface="Paperlogy 7 Bold" pitchFamily="34" charset="0"/>
                <a:ea typeface="Paperlogy 7 Bold" pitchFamily="34" charset="-127"/>
                <a:cs typeface="Paperlogy 7 Bold" pitchFamily="34" charset="-120"/>
              </a:rPr>
              <a:t>후속차량 진입 · 정체</a:t>
            </a:r>
            <a:endParaRPr lang="ko-KR" sz="1900" dirty="0"/>
          </a:p>
        </p:txBody>
      </p:sp>
      <p:sp>
        <p:nvSpPr>
          <p:cNvPr id="17" name="Text 12"/>
          <p:cNvSpPr txBox="1"/>
          <p:nvPr/>
        </p:nvSpPr>
        <p:spPr>
          <a:xfrm>
            <a:off x="4419600" y="1447800"/>
            <a:ext cx="7086600" cy="266700"/>
          </a:xfrm>
          <a:prstGeom prst="rect">
            <a:avLst/>
          </a:prstGeom>
          <a:noFill/>
          <a:ln/>
        </p:spPr>
        <p:txBody>
          <a:bodyPr wrap="square" lIns="0" tIns="0" rIns="0" bIns="0" rtlCol="0" anchor="ctr"/>
          <a:lstStyle/>
          <a:p>
            <a:pPr algn="l" indent="0" marL="0">
              <a:lnSpc>
                <a:spcPct val="101900"/>
              </a:lnSpc>
              <a:buNone/>
            </a:pPr>
            <a:r>
              <a:rPr lang="ko-KR" altLang="en-US" sz="1800" dirty="0">
                <a:solidFill>
                  <a:schemeClr val="tx1"/>
                </a:solidFill>
                <a:latin typeface="Paperlogy 7 Bold" pitchFamily="34" charset="0"/>
                <a:ea typeface="Paperlogy 7 Bold" pitchFamily="34" charset="-127"/>
                <a:cs typeface="Paperlogy 7 Bold" pitchFamily="34" charset="-120"/>
              </a:rPr>
              <a:t>지역 여건</a:t>
            </a:r>
            <a:pPr algn="l" indent="0" marL="0">
              <a:lnSpc>
                <a:spcPct val="101900"/>
              </a:lnSpc>
              <a:buNone/>
            </a:pPr>
            <a:r>
              <a:rPr lang="ko-KR" altLang="en-US" sz="1400" dirty="0">
                <a:solidFill>
                  <a:schemeClr val="accent5"/>
                </a:solidFill>
                <a:latin typeface="Paperlogy 5 Medium" pitchFamily="34" charset="0"/>
                <a:ea typeface="Paperlogy 5 Medium" pitchFamily="34" charset="-127"/>
                <a:cs typeface="Paperlogy 5 Medium" pitchFamily="34" charset="-120"/>
              </a:rPr>
              <a:t>   충청남도 대규모 산업단지 밀집</a:t>
            </a:r>
            <a:endParaRPr lang="ko-KR" sz="1800" dirty="0"/>
          </a:p>
        </p:txBody>
      </p:sp>
      <p:sp>
        <p:nvSpPr>
          <p:cNvPr id="18" name="Shape 13"/>
          <p:cNvSpPr/>
          <p:nvPr/>
        </p:nvSpPr>
        <p:spPr>
          <a:xfrm>
            <a:off x="4419600" y="1828800"/>
            <a:ext cx="3467100" cy="2171700"/>
          </a:xfrm>
          <a:prstGeom prst="roundRect">
            <a:avLst>
              <a:gd name="adj" fmla="val 7895"/>
            </a:avLst>
          </a:prstGeom>
          <a:solidFill>
            <a:schemeClr val="tx2"/>
          </a:solidFill>
          <a:ln/>
        </p:spPr>
      </p:sp>
      <p:pic>
        <p:nvPicPr>
          <p:cNvPr id="19" name="Image 3" descr="">    </p:cNvPr>
          <p:cNvPicPr>
            <a:picLocks noChangeAspect="1"/>
          </p:cNvPicPr>
          <p:nvPr/>
        </p:nvPicPr>
        <p:blipFill>
          <a:blip r:embed="rId4"/>
          <a:stretch>
            <a:fillRect/>
          </a:stretch>
        </p:blipFill>
        <p:spPr>
          <a:xfrm>
            <a:off x="7315200" y="2076450"/>
            <a:ext cx="304800" cy="304800"/>
          </a:xfrm>
          <a:prstGeom prst="rect">
            <a:avLst/>
          </a:prstGeom>
        </p:spPr>
      </p:pic>
      <p:sp>
        <p:nvSpPr>
          <p:cNvPr id="20" name="Text 14"/>
          <p:cNvSpPr txBox="1"/>
          <p:nvPr/>
        </p:nvSpPr>
        <p:spPr>
          <a:xfrm>
            <a:off x="4686300" y="2076450"/>
            <a:ext cx="2571750" cy="304800"/>
          </a:xfrm>
          <a:prstGeom prst="rect">
            <a:avLst/>
          </a:prstGeom>
          <a:noFill/>
          <a:ln/>
        </p:spPr>
        <p:txBody>
          <a:bodyPr wrap="square" lIns="0" tIns="0" rIns="0" bIns="0" rtlCol="0" anchor="ctr"/>
          <a:lstStyle/>
          <a:p>
            <a:pPr algn="l" indent="0" marL="0">
              <a:lnSpc>
                <a:spcPct val="101900"/>
              </a:lnSpc>
              <a:buNone/>
            </a:pPr>
            <a:r>
              <a:rPr lang="ko-KR" altLang="en-US" sz="1600" dirty="0">
                <a:solidFill>
                  <a:schemeClr val="accent4"/>
                </a:solidFill>
                <a:latin typeface="Paperlogy 6 SemiBold" pitchFamily="34" charset="0"/>
                <a:ea typeface="Paperlogy 6 SemiBold" pitchFamily="34" charset="-127"/>
                <a:cs typeface="Paperlogy 6 SemiBold" pitchFamily="34" charset="-120"/>
              </a:rPr>
              <a:t>화물차 교통사고 비율</a:t>
            </a:r>
            <a:endParaRPr lang="ko-KR" sz="1600" dirty="0"/>
          </a:p>
        </p:txBody>
      </p:sp>
      <p:sp>
        <p:nvSpPr>
          <p:cNvPr id="21" name="Text 15"/>
          <p:cNvSpPr txBox="1"/>
          <p:nvPr/>
        </p:nvSpPr>
        <p:spPr>
          <a:xfrm>
            <a:off x="4686300" y="2495550"/>
            <a:ext cx="3048000" cy="1238250"/>
          </a:xfrm>
          <a:prstGeom prst="rect">
            <a:avLst/>
          </a:prstGeom>
          <a:noFill/>
          <a:ln/>
        </p:spPr>
        <p:txBody>
          <a:bodyPr wrap="square" lIns="0" tIns="0" rIns="0" bIns="0" rtlCol="0" anchor="b"/>
          <a:lstStyle/>
          <a:p>
            <a:pPr algn="l" indent="0" marL="0">
              <a:lnSpc>
                <a:spcPct val="84900"/>
              </a:lnSpc>
              <a:buNone/>
            </a:pPr>
            <a:r>
              <a:rPr lang="ko-KR" altLang="en-US" sz="2400" dirty="0">
                <a:solidFill>
                  <a:schemeClr val="bg1"/>
                </a:solidFill>
                <a:latin typeface="Paperlogy 7 Bold" pitchFamily="34" charset="0"/>
                <a:ea typeface="Paperlogy 7 Bold" pitchFamily="34" charset="-127"/>
                <a:cs typeface="Paperlogy 7 Bold" pitchFamily="34" charset="-120"/>
              </a:rPr>
              <a:t>전국 </a:t>
            </a:r>
            <a:pPr algn="l" indent="0" marL="0">
              <a:lnSpc>
                <a:spcPct val="84900"/>
              </a:lnSpc>
              <a:buNone/>
            </a:pPr>
            <a:r>
              <a:rPr lang="ko-KR" altLang="en-US" sz="9600" dirty="0">
                <a:solidFill>
                  <a:schemeClr val="accent3"/>
                </a:solidFill>
                <a:latin typeface="Paperlogy 9 Black" pitchFamily="34" charset="0"/>
                <a:ea typeface="Paperlogy 9 Black" pitchFamily="34" charset="-127"/>
                <a:cs typeface="Paperlogy 9 Black" pitchFamily="34" charset="-120"/>
              </a:rPr>
              <a:t>3</a:t>
            </a:r>
            <a:pPr algn="l" indent="0" marL="0">
              <a:lnSpc>
                <a:spcPct val="84900"/>
              </a:lnSpc>
              <a:buNone/>
            </a:pPr>
            <a:r>
              <a:rPr lang="ko-KR" altLang="en-US" sz="3200" dirty="0">
                <a:solidFill>
                  <a:schemeClr val="bg1"/>
                </a:solidFill>
                <a:latin typeface="Paperlogy 8 ExtraBold" pitchFamily="34" charset="0"/>
                <a:ea typeface="Paperlogy 8 ExtraBold" pitchFamily="34" charset="-127"/>
                <a:cs typeface="Paperlogy 8 ExtraBold" pitchFamily="34" charset="-120"/>
              </a:rPr>
              <a:t>위</a:t>
            </a:r>
            <a:endParaRPr lang="ko-KR" sz="1400" dirty="0"/>
          </a:p>
        </p:txBody>
      </p:sp>
      <p:sp>
        <p:nvSpPr>
          <p:cNvPr id="22" name="Shape 16"/>
          <p:cNvSpPr/>
          <p:nvPr/>
        </p:nvSpPr>
        <p:spPr>
          <a:xfrm>
            <a:off x="8039100" y="1828800"/>
            <a:ext cx="3467100" cy="2171700"/>
          </a:xfrm>
          <a:prstGeom prst="roundRect">
            <a:avLst>
              <a:gd name="adj" fmla="val 7895"/>
            </a:avLst>
          </a:prstGeom>
          <a:solidFill>
            <a:schemeClr val="tx2"/>
          </a:solidFill>
          <a:ln/>
        </p:spPr>
      </p:sp>
      <p:pic>
        <p:nvPicPr>
          <p:cNvPr id="23" name="Image 4" descr="">    </p:cNvPr>
          <p:cNvPicPr>
            <a:picLocks noChangeAspect="1"/>
          </p:cNvPicPr>
          <p:nvPr/>
        </p:nvPicPr>
        <p:blipFill>
          <a:blip r:embed="rId5"/>
          <a:stretch>
            <a:fillRect/>
          </a:stretch>
        </p:blipFill>
        <p:spPr>
          <a:xfrm>
            <a:off x="10934700" y="2076450"/>
            <a:ext cx="304800" cy="304800"/>
          </a:xfrm>
          <a:prstGeom prst="rect">
            <a:avLst/>
          </a:prstGeom>
        </p:spPr>
      </p:pic>
      <p:sp>
        <p:nvSpPr>
          <p:cNvPr id="24" name="Text 17"/>
          <p:cNvSpPr txBox="1"/>
          <p:nvPr/>
        </p:nvSpPr>
        <p:spPr>
          <a:xfrm>
            <a:off x="8305800" y="2076450"/>
            <a:ext cx="2571750" cy="304800"/>
          </a:xfrm>
          <a:prstGeom prst="rect">
            <a:avLst/>
          </a:prstGeom>
          <a:noFill/>
          <a:ln/>
        </p:spPr>
        <p:txBody>
          <a:bodyPr wrap="square" lIns="0" tIns="0" rIns="0" bIns="0" rtlCol="0" anchor="ctr"/>
          <a:lstStyle/>
          <a:p>
            <a:pPr algn="l" indent="0" marL="0">
              <a:lnSpc>
                <a:spcPct val="101900"/>
              </a:lnSpc>
              <a:buNone/>
            </a:pPr>
            <a:r>
              <a:rPr lang="ko-KR" altLang="en-US" sz="1600" dirty="0">
                <a:solidFill>
                  <a:schemeClr val="accent4"/>
                </a:solidFill>
                <a:latin typeface="Paperlogy 6 SemiBold" pitchFamily="34" charset="0"/>
                <a:ea typeface="Paperlogy 6 SemiBold" pitchFamily="34" charset="-127"/>
                <a:cs typeface="Paperlogy 6 SemiBold" pitchFamily="34" charset="-120"/>
              </a:rPr>
              <a:t>위험물질 운송차량 사고</a:t>
            </a:r>
            <a:endParaRPr lang="ko-KR" sz="1600" dirty="0"/>
          </a:p>
        </p:txBody>
      </p:sp>
      <p:sp>
        <p:nvSpPr>
          <p:cNvPr id="25" name="Text 18"/>
          <p:cNvSpPr txBox="1"/>
          <p:nvPr/>
        </p:nvSpPr>
        <p:spPr>
          <a:xfrm>
            <a:off x="8305800" y="2495550"/>
            <a:ext cx="3048000" cy="1238250"/>
          </a:xfrm>
          <a:prstGeom prst="rect">
            <a:avLst/>
          </a:prstGeom>
          <a:noFill/>
          <a:ln/>
        </p:spPr>
        <p:txBody>
          <a:bodyPr wrap="square" lIns="0" tIns="0" rIns="0" bIns="0" rtlCol="0" anchor="b"/>
          <a:lstStyle/>
          <a:p>
            <a:pPr algn="l" indent="0" marL="0">
              <a:lnSpc>
                <a:spcPct val="84900"/>
              </a:lnSpc>
              <a:buNone/>
            </a:pPr>
            <a:r>
              <a:rPr lang="ko-KR" altLang="en-US" sz="2400" dirty="0">
                <a:solidFill>
                  <a:schemeClr val="bg1"/>
                </a:solidFill>
                <a:latin typeface="Paperlogy 7 Bold" pitchFamily="34" charset="0"/>
                <a:ea typeface="Paperlogy 7 Bold" pitchFamily="34" charset="-127"/>
                <a:cs typeface="Paperlogy 7 Bold" pitchFamily="34" charset="-120"/>
              </a:rPr>
              <a:t>전국 </a:t>
            </a:r>
            <a:pPr algn="l" indent="0" marL="0">
              <a:lnSpc>
                <a:spcPct val="84900"/>
              </a:lnSpc>
              <a:buNone/>
            </a:pPr>
            <a:r>
              <a:rPr lang="ko-KR" altLang="en-US" sz="9600" dirty="0">
                <a:solidFill>
                  <a:schemeClr val="accent3"/>
                </a:solidFill>
                <a:latin typeface="Paperlogy 9 Black" pitchFamily="34" charset="0"/>
                <a:ea typeface="Paperlogy 9 Black" pitchFamily="34" charset="-127"/>
                <a:cs typeface="Paperlogy 9 Black" pitchFamily="34" charset="-120"/>
              </a:rPr>
              <a:t>2</a:t>
            </a:r>
            <a:pPr algn="l" indent="0" marL="0">
              <a:lnSpc>
                <a:spcPct val="84900"/>
              </a:lnSpc>
              <a:buNone/>
            </a:pPr>
            <a:r>
              <a:rPr lang="ko-KR" altLang="en-US" sz="3200" dirty="0">
                <a:solidFill>
                  <a:schemeClr val="bg1"/>
                </a:solidFill>
                <a:latin typeface="Paperlogy 8 ExtraBold" pitchFamily="34" charset="0"/>
                <a:ea typeface="Paperlogy 8 ExtraBold" pitchFamily="34" charset="-127"/>
                <a:cs typeface="Paperlogy 8 ExtraBold" pitchFamily="34" charset="-120"/>
              </a:rPr>
              <a:t>위</a:t>
            </a:r>
            <a:endParaRPr lang="ko-KR" sz="1400" dirty="0"/>
          </a:p>
        </p:txBody>
      </p:sp>
      <p:sp>
        <p:nvSpPr>
          <p:cNvPr id="26" name="Shape 19"/>
          <p:cNvSpPr/>
          <p:nvPr/>
        </p:nvSpPr>
        <p:spPr>
          <a:xfrm>
            <a:off x="4419600" y="4114800"/>
            <a:ext cx="7086600" cy="457200"/>
          </a:xfrm>
          <a:prstGeom prst="roundRect">
            <a:avLst>
              <a:gd name="adj" fmla="val 25000"/>
            </a:avLst>
          </a:prstGeom>
          <a:solidFill>
            <a:schemeClr val="bg2"/>
          </a:solidFill>
          <a:ln/>
        </p:spPr>
      </p:sp>
      <p:pic>
        <p:nvPicPr>
          <p:cNvPr id="27" name="Image 5" descr="">    </p:cNvPr>
          <p:cNvPicPr>
            <a:picLocks noChangeAspect="1"/>
          </p:cNvPicPr>
          <p:nvPr/>
        </p:nvPicPr>
        <p:blipFill>
          <a:blip r:embed="rId6"/>
          <a:stretch>
            <a:fillRect/>
          </a:stretch>
        </p:blipFill>
        <p:spPr>
          <a:xfrm>
            <a:off x="4610100" y="4238625"/>
            <a:ext cx="209550" cy="209550"/>
          </a:xfrm>
          <a:prstGeom prst="rect">
            <a:avLst/>
          </a:prstGeom>
        </p:spPr>
      </p:pic>
      <p:sp>
        <p:nvSpPr>
          <p:cNvPr id="28" name="Text 20"/>
          <p:cNvSpPr txBox="1"/>
          <p:nvPr/>
        </p:nvSpPr>
        <p:spPr>
          <a:xfrm>
            <a:off x="4914900" y="4114800"/>
            <a:ext cx="6477000" cy="457200"/>
          </a:xfrm>
          <a:prstGeom prst="rect">
            <a:avLst/>
          </a:prstGeom>
          <a:noFill/>
          <a:ln/>
        </p:spPr>
        <p:txBody>
          <a:bodyPr wrap="square" lIns="0" tIns="0" rIns="0" bIns="0" rtlCol="0" anchor="ctr"/>
          <a:lstStyle/>
          <a:p>
            <a:pPr algn="l" indent="0" marL="0">
              <a:lnSpc>
                <a:spcPct val="101900"/>
              </a:lnSpc>
              <a:buNone/>
            </a:pPr>
            <a:r>
              <a:rPr lang="ko-KR" altLang="en-US" sz="1400" dirty="0">
                <a:solidFill>
                  <a:schemeClr val="tx1"/>
                </a:solidFill>
                <a:latin typeface="Paperlogy 7 Bold" pitchFamily="34" charset="0"/>
                <a:ea typeface="Paperlogy 7 Bold" pitchFamily="34" charset="-127"/>
                <a:cs typeface="Paperlogy 7 Bold" pitchFamily="34" charset="-120"/>
              </a:rPr>
              <a:t>온석터널 위치 서산지역</a:t>
            </a:r>
            <a:pPr algn="l" indent="0" marL="0">
              <a:lnSpc>
                <a:spcPct val="101900"/>
              </a:lnSpc>
              <a:buNone/>
            </a:pPr>
            <a:r>
              <a:rPr lang="ko-KR" altLang="en-US" sz="1400" dirty="0">
                <a:solidFill>
                  <a:schemeClr val="tx1"/>
                </a:solidFill>
                <a:latin typeface="Paperlogy 5 Medium" pitchFamily="34" charset="0"/>
                <a:ea typeface="Paperlogy 5 Medium" pitchFamily="34" charset="-127"/>
                <a:cs typeface="Paperlogy 5 Medium" pitchFamily="34" charset="-120"/>
              </a:rPr>
              <a:t>  —  대산산업단지 중심, 화물차 · 위험물질 운송차량 통행 집중</a:t>
            </a:r>
            <a:endParaRPr lang="ko-KR" sz="1400" dirty="0"/>
          </a:p>
        </p:txBody>
      </p:sp>
      <p:sp>
        <p:nvSpPr>
          <p:cNvPr id="29" name="Text 21"/>
          <p:cNvSpPr txBox="1"/>
          <p:nvPr/>
        </p:nvSpPr>
        <p:spPr>
          <a:xfrm>
            <a:off x="8039100" y="4629150"/>
            <a:ext cx="3467100" cy="171450"/>
          </a:xfrm>
          <a:prstGeom prst="rect">
            <a:avLst/>
          </a:prstGeom>
          <a:noFill/>
          <a:ln/>
        </p:spPr>
        <p:txBody>
          <a:bodyPr wrap="square" lIns="0" tIns="0" rIns="0" bIns="0" rtlCol="0" anchor="ctr"/>
          <a:lstStyle/>
          <a:p>
            <a:pPr algn="r" indent="0" marL="0">
              <a:lnSpc>
                <a:spcPct val="101900"/>
              </a:lnSpc>
              <a:buNone/>
            </a:pPr>
            <a:r>
              <a:rPr lang="ko-KR" altLang="en-US" sz="1100" dirty="0">
                <a:solidFill>
                  <a:schemeClr val="accent5"/>
                </a:solidFill>
                <a:latin typeface="Paperlogy 4 Regular" pitchFamily="34" charset="0"/>
                <a:ea typeface="Paperlogy 4 Regular" pitchFamily="34" charset="-127"/>
                <a:cs typeface="Paperlogy 4 Regular" pitchFamily="34" charset="-120"/>
              </a:rPr>
              <a:t>* 실시계획 통계 재인용</a:t>
            </a:r>
            <a:endParaRPr lang="ko-KR" sz="1100" dirty="0"/>
          </a:p>
        </p:txBody>
      </p:sp>
      <p:sp>
        <p:nvSpPr>
          <p:cNvPr id="30" name="Conclusion banner"/>
          <p:cNvSpPr/>
          <p:nvPr/>
        </p:nvSpPr>
        <p:spPr>
          <a:xfrm>
            <a:off x="685800" y="4914900"/>
            <a:ext cx="10820400" cy="1181100"/>
          </a:xfrm>
          <a:prstGeom prst="roundRect">
            <a:avLst>
              <a:gd name="adj" fmla="val 14516"/>
            </a:avLst>
          </a:prstGeom>
          <a:solidFill>
            <a:schemeClr val="accent2">
              <a:alpha val="7000"/>
            </a:schemeClr>
          </a:solidFill>
          <a:ln/>
        </p:spPr>
      </p:sp>
      <p:sp>
        <p:nvSpPr>
          <p:cNvPr id="31" name="Shape 23"/>
          <p:cNvSpPr/>
          <p:nvPr/>
        </p:nvSpPr>
        <p:spPr>
          <a:xfrm>
            <a:off x="990600" y="5200650"/>
            <a:ext cx="609600" cy="609600"/>
          </a:xfrm>
          <a:prstGeom prst="ellipse">
            <a:avLst/>
          </a:prstGeom>
          <a:solidFill>
            <a:schemeClr val="accent2"/>
          </a:solidFill>
          <a:ln/>
        </p:spPr>
      </p:sp>
      <p:pic>
        <p:nvPicPr>
          <p:cNvPr id="32" name="Image 6" descr="">    </p:cNvPr>
          <p:cNvPicPr>
            <a:picLocks noChangeAspect="1"/>
          </p:cNvPicPr>
          <p:nvPr/>
        </p:nvPicPr>
        <p:blipFill>
          <a:blip r:embed="rId7"/>
          <a:stretch>
            <a:fillRect/>
          </a:stretch>
        </p:blipFill>
        <p:spPr>
          <a:xfrm>
            <a:off x="1143000" y="5353050"/>
            <a:ext cx="304800" cy="304800"/>
          </a:xfrm>
          <a:prstGeom prst="rect">
            <a:avLst/>
          </a:prstGeom>
        </p:spPr>
      </p:pic>
      <p:sp>
        <p:nvSpPr>
          <p:cNvPr id="33" name="Text 24"/>
          <p:cNvSpPr txBox="1"/>
          <p:nvPr/>
        </p:nvSpPr>
        <p:spPr>
          <a:xfrm>
            <a:off x="1866900" y="5105400"/>
            <a:ext cx="8572500" cy="361950"/>
          </a:xfrm>
          <a:prstGeom prst="rect">
            <a:avLst/>
          </a:prstGeom>
          <a:noFill/>
          <a:ln/>
        </p:spPr>
        <p:txBody>
          <a:bodyPr wrap="square" lIns="0" tIns="0" rIns="0" bIns="0" rtlCol="0" anchor="ctr"/>
          <a:lstStyle/>
          <a:p>
            <a:pPr algn="l" indent="0" marL="0">
              <a:lnSpc>
                <a:spcPct val="101900"/>
              </a:lnSpc>
              <a:buNone/>
            </a:pPr>
            <a:r>
              <a:rPr lang="ko-KR" altLang="en-US" sz="2400" spc="-30" kern="0" dirty="0">
                <a:solidFill>
                  <a:schemeClr val="tx2"/>
                </a:solidFill>
                <a:latin typeface="Paperlogy 8 ExtraBold" pitchFamily="34" charset="0"/>
                <a:ea typeface="Paperlogy 8 ExtraBold" pitchFamily="34" charset="-127"/>
                <a:cs typeface="Paperlogy 8 ExtraBold" pitchFamily="34" charset="-120"/>
              </a:rPr>
              <a:t>복합재난 합동대응 필요</a:t>
            </a:r>
            <a:endParaRPr lang="ko-KR" sz="2400" dirty="0"/>
          </a:p>
        </p:txBody>
      </p:sp>
      <p:sp>
        <p:nvSpPr>
          <p:cNvPr id="34" name="Text 25"/>
          <p:cNvSpPr txBox="1"/>
          <p:nvPr/>
        </p:nvSpPr>
        <p:spPr>
          <a:xfrm>
            <a:off x="1866900" y="5505450"/>
            <a:ext cx="9334500" cy="285750"/>
          </a:xfrm>
          <a:prstGeom prst="rect">
            <a:avLst/>
          </a:prstGeom>
          <a:noFill/>
          <a:ln/>
        </p:spPr>
        <p:txBody>
          <a:bodyPr wrap="square" lIns="0" tIns="0" rIns="0" bIns="0" rtlCol="0" anchor="ctr"/>
          <a:lstStyle/>
          <a:p>
            <a:pPr algn="l" indent="0" marL="0">
              <a:lnSpc>
                <a:spcPct val="101900"/>
              </a:lnSpc>
              <a:buNone/>
            </a:pPr>
            <a:r>
              <a:rPr lang="ko-KR" altLang="en-US" sz="1700" dirty="0">
                <a:solidFill>
                  <a:schemeClr val="tx1"/>
                </a:solidFill>
                <a:latin typeface="Paperlogy 5 Medium" pitchFamily="34" charset="0"/>
                <a:ea typeface="Paperlogy 5 Medium" pitchFamily="34" charset="-127"/>
                <a:cs typeface="Paperlogy 5 Medium" pitchFamily="34" charset="-120"/>
              </a:rPr>
              <a:t>대규모 인명피해 확대 우려 — 도로관리청 단독 대응을 넘어 유관기관 공조 필수</a:t>
            </a:r>
            <a:endParaRPr lang="ko-KR" sz="1700" dirty="0"/>
          </a:p>
        </p:txBody>
      </p:sp>
      <p:sp>
        <p:nvSpPr>
          <p:cNvPr id="25" name="Slide Number Placeholder 0"/>
          <p:cNvSpPr>
            <a:spLocks noGrp="1"/>
          </p:cNvSpPr>
          <p:nvPr>
            <p:ph type="sldNum" sz="quarter" idx="4294967295"/>
          </p:nvPr>
        </p:nvSpPr>
        <p:spPr>
          <a:xfrm>
            <a:off x="10553700" y="6438900"/>
            <a:ext cx="952500" cy="1905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latin typeface="Paperlogy 6 SemiBold"/>
                <a:ea typeface="Paperlogy 6 SemiBold"/>
                <a:cs typeface="Paperlogy 6 SemiBold"/>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685800" y="666750"/>
            <a:ext cx="10820400" cy="495300"/>
          </a:xfrm>
          <a:prstGeom prst="rect">
            <a:avLst/>
          </a:prstGeom>
          <a:noFill/>
          <a:ln/>
        </p:spPr>
        <p:txBody>
          <a:bodyPr wrap="square" lIns="0" tIns="0" rIns="0" bIns="0" rtlCol="0" anchor="t"/>
          <a:lstStyle/>
          <a:p>
            <a:pPr algn="l" indent="0" marL="0">
              <a:lnSpc>
                <a:spcPct val="101900"/>
              </a:lnSpc>
              <a:buNone/>
            </a:pPr>
            <a:r>
              <a:rPr lang="ko-KR" altLang="en-US" sz="3000" spc="-50" kern="0" dirty="0">
                <a:solidFill>
                  <a:schemeClr val="tx2"/>
                </a:solidFill>
                <a:latin typeface="Paperlogy 8 ExtraBold" pitchFamily="34" charset="0"/>
                <a:ea typeface="Paperlogy 8 ExtraBold" pitchFamily="34" charset="-127"/>
                <a:cs typeface="Paperlogy 8 ExtraBold" pitchFamily="34" charset="-120"/>
              </a:rPr>
              <a:t>최근 실제 사고 사례</a:t>
            </a:r>
            <a:endParaRPr lang="en-US" sz="3000" dirty="0"/>
          </a:p>
        </p:txBody>
      </p:sp>
      <p:sp>
        <p:nvSpPr>
          <p:cNvPr id="3" name="Text 1"/>
          <p:cNvSpPr txBox="1"/>
          <p:nvPr/>
        </p:nvSpPr>
        <p:spPr>
          <a:xfrm>
            <a:off x="685800" y="419100"/>
            <a:ext cx="6096000" cy="209550"/>
          </a:xfrm>
          <a:prstGeom prst="rect">
            <a:avLst/>
          </a:prstGeom>
          <a:noFill/>
          <a:ln/>
        </p:spPr>
        <p:txBody>
          <a:bodyPr wrap="square" lIns="0" tIns="0" rIns="0" bIns="0" rtlCol="0" anchor="ctr"/>
          <a:lstStyle/>
          <a:p>
            <a:pPr algn="l" indent="0" marL="0">
              <a:lnSpc>
                <a:spcPct val="101900"/>
              </a:lnSpc>
              <a:buNone/>
            </a:pPr>
            <a:r>
              <a:rPr lang="ko-KR" altLang="en-US" sz="1200" dirty="0">
                <a:solidFill>
                  <a:schemeClr val="accent2"/>
                </a:solidFill>
                <a:latin typeface="Paperlogy 8 ExtraBold" pitchFamily="34" charset="0"/>
                <a:ea typeface="Paperlogy 8 ExtraBold" pitchFamily="34" charset="-127"/>
                <a:cs typeface="Paperlogy 8 ExtraBold" pitchFamily="34" charset="-120"/>
              </a:rPr>
              <a:t>02</a:t>
            </a:r>
            <a:pPr algn="l" indent="0" marL="0">
              <a:lnSpc>
                <a:spcPct val="101900"/>
              </a:lnSpc>
              <a:buNone/>
            </a:pPr>
            <a:r>
              <a:rPr lang="ko-KR" altLang="en-US" sz="1200" dirty="0">
                <a:solidFill>
                  <a:schemeClr val="accent5"/>
                </a:solidFill>
                <a:latin typeface="Paperlogy 6 SemiBold" pitchFamily="34" charset="0"/>
                <a:ea typeface="Paperlogy 6 SemiBold" pitchFamily="34" charset="-127"/>
                <a:cs typeface="Paperlogy 6 SemiBold" pitchFamily="34" charset="-120"/>
              </a:rPr>
              <a:t>   도로터널 훈련배경</a:t>
            </a:r>
            <a:endParaRPr lang="ko-KR" sz="1200" dirty="0"/>
          </a:p>
        </p:txBody>
      </p:sp>
      <p:sp>
        <p:nvSpPr>
          <p:cNvPr id="4" name="Shape 2"/>
          <p:cNvSpPr/>
          <p:nvPr/>
        </p:nvSpPr>
        <p:spPr>
          <a:xfrm>
            <a:off x="685800" y="1504950"/>
            <a:ext cx="990600" cy="304800"/>
          </a:xfrm>
          <a:prstGeom prst="roundRect">
            <a:avLst>
              <a:gd name="adj" fmla="val 50000"/>
            </a:avLst>
          </a:prstGeom>
          <a:solidFill>
            <a:schemeClr val="accent2"/>
          </a:solidFill>
          <a:ln/>
        </p:spPr>
      </p:sp>
      <p:sp>
        <p:nvSpPr>
          <p:cNvPr id="5" name="Text 3"/>
          <p:cNvSpPr txBox="1"/>
          <p:nvPr/>
        </p:nvSpPr>
        <p:spPr>
          <a:xfrm>
            <a:off x="685800" y="1504950"/>
            <a:ext cx="990600" cy="304800"/>
          </a:xfrm>
          <a:prstGeom prst="rect">
            <a:avLst/>
          </a:prstGeom>
          <a:noFill/>
          <a:ln/>
        </p:spPr>
        <p:txBody>
          <a:bodyPr wrap="square" lIns="0" tIns="0" rIns="0" bIns="0" rtlCol="0" anchor="ctr"/>
          <a:lstStyle/>
          <a:p>
            <a:pPr algn="ctr" indent="0" marL="0">
              <a:lnSpc>
                <a:spcPct val="101900"/>
              </a:lnSpc>
              <a:buNone/>
            </a:pPr>
            <a:r>
              <a:rPr lang="ko-KR" altLang="en-US" sz="1400" dirty="0">
                <a:solidFill>
                  <a:schemeClr val="bg1"/>
                </a:solidFill>
                <a:latin typeface="Paperlogy 6 SemiBold" pitchFamily="34" charset="0"/>
                <a:ea typeface="Paperlogy 6 SemiBold" pitchFamily="34" charset="-127"/>
                <a:cs typeface="Paperlogy 6 SemiBold" pitchFamily="34" charset="-120"/>
              </a:rPr>
              <a:t>실제 사고</a:t>
            </a:r>
            <a:endParaRPr lang="ko-KR" sz="1400" dirty="0"/>
          </a:p>
        </p:txBody>
      </p:sp>
      <p:sp>
        <p:nvSpPr>
          <p:cNvPr id="6" name="Text 4"/>
          <p:cNvSpPr txBox="1"/>
          <p:nvPr/>
        </p:nvSpPr>
        <p:spPr>
          <a:xfrm>
            <a:off x="1828800" y="1466850"/>
            <a:ext cx="5410200" cy="381000"/>
          </a:xfrm>
          <a:prstGeom prst="rect">
            <a:avLst/>
          </a:prstGeom>
          <a:noFill/>
          <a:ln/>
        </p:spPr>
        <p:txBody>
          <a:bodyPr wrap="square" lIns="0" tIns="0" rIns="0" bIns="0" rtlCol="0" anchor="ctr"/>
          <a:lstStyle/>
          <a:p>
            <a:pPr algn="l" indent="0" marL="0">
              <a:lnSpc>
                <a:spcPct val="101900"/>
              </a:lnSpc>
              <a:buNone/>
            </a:pPr>
            <a:r>
              <a:rPr lang="ko-KR" altLang="en-US" sz="2400" dirty="0">
                <a:solidFill>
                  <a:schemeClr val="tx1"/>
                </a:solidFill>
                <a:latin typeface="Paperlogy 7 Bold" pitchFamily="34" charset="0"/>
                <a:ea typeface="Paperlogy 7 Bold" pitchFamily="34" charset="-127"/>
                <a:cs typeface="Paperlogy 7 Bold" pitchFamily="34" charset="-120"/>
              </a:rPr>
              <a:t>2026. 7. 27.  충남 서천IC 인근</a:t>
            </a:r>
            <a:endParaRPr lang="ko-KR" sz="2400" dirty="0"/>
          </a:p>
        </p:txBody>
      </p:sp>
      <p:sp>
        <p:nvSpPr>
          <p:cNvPr id="7" name="Shape 5"/>
          <p:cNvSpPr/>
          <p:nvPr/>
        </p:nvSpPr>
        <p:spPr>
          <a:xfrm>
            <a:off x="685800" y="2057400"/>
            <a:ext cx="3200400" cy="1905000"/>
          </a:xfrm>
          <a:prstGeom prst="roundRect">
            <a:avLst>
              <a:gd name="adj" fmla="val 9000"/>
            </a:avLst>
          </a:prstGeom>
          <a:solidFill>
            <a:schemeClr val="bg2"/>
          </a:solidFill>
          <a:ln/>
        </p:spPr>
      </p:sp>
      <p:pic>
        <p:nvPicPr>
          <p:cNvPr id="8" name="Image 0" descr="">    </p:cNvPr>
          <p:cNvPicPr>
            <a:picLocks noChangeAspect="1"/>
          </p:cNvPicPr>
          <p:nvPr/>
        </p:nvPicPr>
        <p:blipFill>
          <a:blip r:embed="rId1"/>
          <a:stretch>
            <a:fillRect/>
          </a:stretch>
        </p:blipFill>
        <p:spPr>
          <a:xfrm>
            <a:off x="952500" y="2324100"/>
            <a:ext cx="266700" cy="266700"/>
          </a:xfrm>
          <a:prstGeom prst="rect">
            <a:avLst/>
          </a:prstGeom>
        </p:spPr>
      </p:pic>
      <p:sp>
        <p:nvSpPr>
          <p:cNvPr id="9" name="Text 6"/>
          <p:cNvSpPr txBox="1"/>
          <p:nvPr/>
        </p:nvSpPr>
        <p:spPr>
          <a:xfrm>
            <a:off x="1314450" y="2305050"/>
            <a:ext cx="2286000" cy="304800"/>
          </a:xfrm>
          <a:prstGeom prst="rect">
            <a:avLst/>
          </a:prstGeom>
          <a:noFill/>
          <a:ln/>
        </p:spPr>
        <p:txBody>
          <a:bodyPr wrap="square" lIns="0" tIns="0" rIns="0" bIns="0" rtlCol="0" anchor="ctr"/>
          <a:lstStyle/>
          <a:p>
            <a:pPr algn="l" indent="0" marL="0">
              <a:lnSpc>
                <a:spcPct val="101900"/>
              </a:lnSpc>
              <a:buNone/>
            </a:pPr>
            <a:r>
              <a:rPr lang="ko-KR" altLang="en-US" sz="1600" dirty="0">
                <a:solidFill>
                  <a:schemeClr val="accent5"/>
                </a:solidFill>
                <a:latin typeface="Paperlogy 6 SemiBold" pitchFamily="34" charset="0"/>
                <a:ea typeface="Paperlogy 6 SemiBold" pitchFamily="34" charset="-127"/>
                <a:cs typeface="Paperlogy 6 SemiBold" pitchFamily="34" charset="-120"/>
              </a:rPr>
              <a:t>황산 누출</a:t>
            </a:r>
            <a:endParaRPr lang="ko-KR" sz="1600" dirty="0"/>
          </a:p>
        </p:txBody>
      </p:sp>
      <p:sp>
        <p:nvSpPr>
          <p:cNvPr id="10" name="Text 7"/>
          <p:cNvSpPr txBox="1"/>
          <p:nvPr/>
        </p:nvSpPr>
        <p:spPr>
          <a:xfrm>
            <a:off x="952500" y="2857500"/>
            <a:ext cx="2762250" cy="876300"/>
          </a:xfrm>
          <a:prstGeom prst="rect">
            <a:avLst/>
          </a:prstGeom>
          <a:noFill/>
          <a:ln/>
        </p:spPr>
        <p:txBody>
          <a:bodyPr wrap="square" lIns="0" tIns="0" rIns="0" bIns="0" rtlCol="0" anchor="ctr"/>
          <a:lstStyle/>
          <a:p>
            <a:pPr algn="l" indent="0" marL="0">
              <a:lnSpc>
                <a:spcPct val="84900"/>
              </a:lnSpc>
              <a:buNone/>
            </a:pPr>
            <a:r>
              <a:rPr lang="ko-KR" altLang="en-US" sz="2400" dirty="0">
                <a:solidFill>
                  <a:schemeClr val="tx2"/>
                </a:solidFill>
                <a:latin typeface="Paperlogy 7 Bold" pitchFamily="34" charset="0"/>
                <a:ea typeface="Paperlogy 7 Bold" pitchFamily="34" charset="-127"/>
                <a:cs typeface="Paperlogy 7 Bold" pitchFamily="34" charset="-120"/>
              </a:rPr>
              <a:t>약 </a:t>
            </a:r>
            <a:pPr algn="l" indent="0" marL="0">
              <a:lnSpc>
                <a:spcPct val="84900"/>
              </a:lnSpc>
              <a:buNone/>
            </a:pPr>
            <a:r>
              <a:rPr lang="ko-KR" altLang="en-US" sz="5600" dirty="0">
                <a:solidFill>
                  <a:schemeClr val="tx2"/>
                </a:solidFill>
                <a:latin typeface="Paperlogy 8 ExtraBold" pitchFamily="34" charset="0"/>
                <a:ea typeface="Paperlogy 8 ExtraBold" pitchFamily="34" charset="-127"/>
                <a:cs typeface="Paperlogy 8 ExtraBold" pitchFamily="34" charset="-120"/>
              </a:rPr>
              <a:t>1.63</a:t>
            </a:r>
            <a:pPr algn="l" indent="0" marL="0">
              <a:lnSpc>
                <a:spcPct val="84900"/>
              </a:lnSpc>
              <a:buNone/>
            </a:pPr>
            <a:r>
              <a:rPr lang="ko-KR" altLang="en-US" sz="2600" dirty="0">
                <a:solidFill>
                  <a:schemeClr val="tx2"/>
                </a:solidFill>
                <a:latin typeface="Paperlogy 7 Bold" pitchFamily="34" charset="0"/>
                <a:ea typeface="Paperlogy 7 Bold" pitchFamily="34" charset="-127"/>
                <a:cs typeface="Paperlogy 7 Bold" pitchFamily="34" charset="-120"/>
              </a:rPr>
              <a:t>톤</a:t>
            </a:r>
            <a:endParaRPr lang="ko-KR" sz="1400" dirty="0"/>
          </a:p>
        </p:txBody>
      </p:sp>
      <p:sp>
        <p:nvSpPr>
          <p:cNvPr id="11" name="Shape 8"/>
          <p:cNvSpPr/>
          <p:nvPr/>
        </p:nvSpPr>
        <p:spPr>
          <a:xfrm>
            <a:off x="4038600" y="2057400"/>
            <a:ext cx="3200400" cy="1905000"/>
          </a:xfrm>
          <a:prstGeom prst="roundRect">
            <a:avLst>
              <a:gd name="adj" fmla="val 9000"/>
            </a:avLst>
          </a:prstGeom>
          <a:solidFill>
            <a:schemeClr val="bg2"/>
          </a:solidFill>
          <a:ln/>
        </p:spPr>
      </p:sp>
      <p:pic>
        <p:nvPicPr>
          <p:cNvPr id="12" name="Image 1" descr="">    </p:cNvPr>
          <p:cNvPicPr>
            <a:picLocks noChangeAspect="1"/>
          </p:cNvPicPr>
          <p:nvPr/>
        </p:nvPicPr>
        <p:blipFill>
          <a:blip r:embed="rId2"/>
          <a:stretch>
            <a:fillRect/>
          </a:stretch>
        </p:blipFill>
        <p:spPr>
          <a:xfrm>
            <a:off x="4305300" y="2324100"/>
            <a:ext cx="266700" cy="266700"/>
          </a:xfrm>
          <a:prstGeom prst="rect">
            <a:avLst/>
          </a:prstGeom>
        </p:spPr>
      </p:pic>
      <p:sp>
        <p:nvSpPr>
          <p:cNvPr id="13" name="Text 9"/>
          <p:cNvSpPr txBox="1"/>
          <p:nvPr/>
        </p:nvSpPr>
        <p:spPr>
          <a:xfrm>
            <a:off x="4667250" y="2305050"/>
            <a:ext cx="2286000" cy="304800"/>
          </a:xfrm>
          <a:prstGeom prst="rect">
            <a:avLst/>
          </a:prstGeom>
          <a:noFill/>
          <a:ln/>
        </p:spPr>
        <p:txBody>
          <a:bodyPr wrap="square" lIns="0" tIns="0" rIns="0" bIns="0" rtlCol="0" anchor="ctr"/>
          <a:lstStyle/>
          <a:p>
            <a:pPr algn="l" indent="0" marL="0">
              <a:lnSpc>
                <a:spcPct val="101900"/>
              </a:lnSpc>
              <a:buNone/>
            </a:pPr>
            <a:r>
              <a:rPr lang="ko-KR" altLang="en-US" sz="1600" dirty="0">
                <a:solidFill>
                  <a:schemeClr val="accent5"/>
                </a:solidFill>
                <a:latin typeface="Paperlogy 6 SemiBold" pitchFamily="34" charset="0"/>
                <a:ea typeface="Paperlogy 6 SemiBold" pitchFamily="34" charset="-127"/>
                <a:cs typeface="Paperlogy 6 SemiBold" pitchFamily="34" charset="-120"/>
              </a:rPr>
              <a:t>인근 주민 대피</a:t>
            </a:r>
            <a:endParaRPr lang="ko-KR" sz="1600" dirty="0"/>
          </a:p>
        </p:txBody>
      </p:sp>
      <p:sp>
        <p:nvSpPr>
          <p:cNvPr id="14" name="Text 10"/>
          <p:cNvSpPr txBox="1"/>
          <p:nvPr/>
        </p:nvSpPr>
        <p:spPr>
          <a:xfrm>
            <a:off x="4305300" y="2857500"/>
            <a:ext cx="2762250" cy="876300"/>
          </a:xfrm>
          <a:prstGeom prst="rect">
            <a:avLst/>
          </a:prstGeom>
          <a:noFill/>
          <a:ln/>
        </p:spPr>
        <p:txBody>
          <a:bodyPr wrap="square" lIns="0" tIns="0" rIns="0" bIns="0" rtlCol="0" anchor="ctr"/>
          <a:lstStyle/>
          <a:p>
            <a:pPr algn="l" indent="0" marL="0">
              <a:lnSpc>
                <a:spcPct val="84900"/>
              </a:lnSpc>
              <a:buNone/>
            </a:pPr>
            <a:r>
              <a:rPr lang="ko-KR" altLang="en-US" sz="5600" dirty="0">
                <a:solidFill>
                  <a:schemeClr val="tx2"/>
                </a:solidFill>
                <a:latin typeface="Paperlogy 8 ExtraBold" pitchFamily="34" charset="0"/>
                <a:ea typeface="Paperlogy 8 ExtraBold" pitchFamily="34" charset="-127"/>
                <a:cs typeface="Paperlogy 8 ExtraBold" pitchFamily="34" charset="-120"/>
              </a:rPr>
              <a:t>77</a:t>
            </a:r>
            <a:pPr algn="l" indent="0" marL="0">
              <a:lnSpc>
                <a:spcPct val="84900"/>
              </a:lnSpc>
              <a:buNone/>
            </a:pPr>
            <a:r>
              <a:rPr lang="ko-KR" altLang="en-US" sz="2600" dirty="0">
                <a:solidFill>
                  <a:schemeClr val="tx2"/>
                </a:solidFill>
                <a:latin typeface="Paperlogy 7 Bold" pitchFamily="34" charset="0"/>
                <a:ea typeface="Paperlogy 7 Bold" pitchFamily="34" charset="-127"/>
                <a:cs typeface="Paperlogy 7 Bold" pitchFamily="34" charset="-120"/>
              </a:rPr>
              <a:t>명</a:t>
            </a:r>
            <a:endParaRPr lang="ko-KR" sz="1400" dirty="0"/>
          </a:p>
        </p:txBody>
      </p:sp>
      <p:sp>
        <p:nvSpPr>
          <p:cNvPr id="15" name="Shape 11"/>
          <p:cNvSpPr/>
          <p:nvPr/>
        </p:nvSpPr>
        <p:spPr>
          <a:xfrm>
            <a:off x="685800" y="4191000"/>
            <a:ext cx="6553200" cy="0"/>
          </a:xfrm>
          <a:prstGeom prst="line">
            <a:avLst/>
          </a:prstGeom>
          <a:noFill/>
          <a:ln w="14288">
            <a:solidFill>
              <a:schemeClr val="accent6"/>
            </a:solidFill>
            <a:prstDash val="solid"/>
          </a:ln>
        </p:spPr>
      </p:sp>
      <p:sp>
        <p:nvSpPr>
          <p:cNvPr id="16" name="Text 12"/>
          <p:cNvSpPr txBox="1"/>
          <p:nvPr/>
        </p:nvSpPr>
        <p:spPr>
          <a:xfrm>
            <a:off x="685800" y="4191000"/>
            <a:ext cx="1047750" cy="552450"/>
          </a:xfrm>
          <a:prstGeom prst="rect">
            <a:avLst/>
          </a:prstGeom>
          <a:noFill/>
          <a:ln/>
        </p:spPr>
        <p:txBody>
          <a:bodyPr wrap="square" lIns="0" tIns="0" rIns="0" bIns="0" rtlCol="0" anchor="ctr"/>
          <a:lstStyle/>
          <a:p>
            <a:pPr algn="l" indent="0" marL="0">
              <a:lnSpc>
                <a:spcPct val="101900"/>
              </a:lnSpc>
              <a:buNone/>
            </a:pPr>
            <a:r>
              <a:rPr lang="ko-KR" altLang="en-US" sz="1500" dirty="0">
                <a:solidFill>
                  <a:schemeClr val="accent5"/>
                </a:solidFill>
                <a:latin typeface="Paperlogy 6 SemiBold" pitchFamily="34" charset="0"/>
                <a:ea typeface="Paperlogy 6 SemiBold" pitchFamily="34" charset="-127"/>
                <a:cs typeface="Paperlogy 6 SemiBold" pitchFamily="34" charset="-120"/>
              </a:rPr>
              <a:t>사고개요</a:t>
            </a:r>
            <a:endParaRPr lang="ko-KR" sz="1500" dirty="0"/>
          </a:p>
        </p:txBody>
      </p:sp>
      <p:sp>
        <p:nvSpPr>
          <p:cNvPr id="17" name="Text 13"/>
          <p:cNvSpPr txBox="1"/>
          <p:nvPr/>
        </p:nvSpPr>
        <p:spPr>
          <a:xfrm>
            <a:off x="1809750" y="4191000"/>
            <a:ext cx="5429250" cy="552450"/>
          </a:xfrm>
          <a:prstGeom prst="rect">
            <a:avLst/>
          </a:prstGeom>
          <a:noFill/>
          <a:ln/>
        </p:spPr>
        <p:txBody>
          <a:bodyPr wrap="square" lIns="0" tIns="0" rIns="0" bIns="0" rtlCol="0" anchor="ctr"/>
          <a:lstStyle/>
          <a:p>
            <a:pPr algn="l" indent="0" marL="0">
              <a:lnSpc>
                <a:spcPct val="101900"/>
              </a:lnSpc>
              <a:buNone/>
            </a:pPr>
            <a:r>
              <a:rPr lang="ko-KR" altLang="en-US" sz="1800" dirty="0">
                <a:solidFill>
                  <a:schemeClr val="tx1"/>
                </a:solidFill>
                <a:latin typeface="Paperlogy 5 Medium" pitchFamily="34" charset="0"/>
                <a:ea typeface="Paperlogy 5 Medium" pitchFamily="34" charset="-127"/>
                <a:cs typeface="Paperlogy 5 Medium" pitchFamily="34" charset="-120"/>
              </a:rPr>
              <a:t>운행 중 탱크로리 황산 누출 (약 1.63톤)</a:t>
            </a:r>
            <a:endParaRPr lang="ko-KR" sz="1800" dirty="0"/>
          </a:p>
        </p:txBody>
      </p:sp>
      <p:sp>
        <p:nvSpPr>
          <p:cNvPr id="18" name="Shape 14"/>
          <p:cNvSpPr/>
          <p:nvPr/>
        </p:nvSpPr>
        <p:spPr>
          <a:xfrm>
            <a:off x="685800" y="4743450"/>
            <a:ext cx="6553200" cy="0"/>
          </a:xfrm>
          <a:prstGeom prst="line">
            <a:avLst/>
          </a:prstGeom>
          <a:noFill/>
          <a:ln w="14288">
            <a:solidFill>
              <a:schemeClr val="accent6"/>
            </a:solidFill>
            <a:prstDash val="solid"/>
          </a:ln>
        </p:spPr>
      </p:sp>
      <p:sp>
        <p:nvSpPr>
          <p:cNvPr id="19" name="Text 15"/>
          <p:cNvSpPr txBox="1"/>
          <p:nvPr/>
        </p:nvSpPr>
        <p:spPr>
          <a:xfrm>
            <a:off x="685800" y="4743450"/>
            <a:ext cx="1047750" cy="552450"/>
          </a:xfrm>
          <a:prstGeom prst="rect">
            <a:avLst/>
          </a:prstGeom>
          <a:noFill/>
          <a:ln/>
        </p:spPr>
        <p:txBody>
          <a:bodyPr wrap="square" lIns="0" tIns="0" rIns="0" bIns="0" rtlCol="0" anchor="ctr"/>
          <a:lstStyle/>
          <a:p>
            <a:pPr algn="l" indent="0" marL="0">
              <a:lnSpc>
                <a:spcPct val="101900"/>
              </a:lnSpc>
              <a:buNone/>
            </a:pPr>
            <a:r>
              <a:rPr lang="ko-KR" altLang="en-US" sz="1500" dirty="0">
                <a:solidFill>
                  <a:schemeClr val="accent5"/>
                </a:solidFill>
                <a:latin typeface="Paperlogy 6 SemiBold" pitchFamily="34" charset="0"/>
                <a:ea typeface="Paperlogy 6 SemiBold" pitchFamily="34" charset="-127"/>
                <a:cs typeface="Paperlogy 6 SemiBold" pitchFamily="34" charset="-120"/>
              </a:rPr>
              <a:t>조치사항</a:t>
            </a:r>
            <a:endParaRPr lang="ko-KR" sz="1500" dirty="0"/>
          </a:p>
        </p:txBody>
      </p:sp>
      <p:sp>
        <p:nvSpPr>
          <p:cNvPr id="20" name="Text 16"/>
          <p:cNvSpPr txBox="1"/>
          <p:nvPr/>
        </p:nvSpPr>
        <p:spPr>
          <a:xfrm>
            <a:off x="1809750" y="4743450"/>
            <a:ext cx="5429250" cy="552450"/>
          </a:xfrm>
          <a:prstGeom prst="rect">
            <a:avLst/>
          </a:prstGeom>
          <a:noFill/>
          <a:ln/>
        </p:spPr>
        <p:txBody>
          <a:bodyPr wrap="square" lIns="0" tIns="0" rIns="0" bIns="0" rtlCol="0" anchor="ctr"/>
          <a:lstStyle/>
          <a:p>
            <a:pPr algn="l" indent="0" marL="0">
              <a:lnSpc>
                <a:spcPct val="101900"/>
              </a:lnSpc>
              <a:buNone/>
            </a:pPr>
            <a:r>
              <a:rPr lang="ko-KR" altLang="en-US" sz="1800" dirty="0">
                <a:solidFill>
                  <a:schemeClr val="tx1"/>
                </a:solidFill>
                <a:latin typeface="Paperlogy 5 Medium" pitchFamily="34" charset="0"/>
                <a:ea typeface="Paperlogy 5 Medium" pitchFamily="34" charset="-127"/>
                <a:cs typeface="Paperlogy 5 Medium" pitchFamily="34" charset="-120"/>
              </a:rPr>
              <a:t>도로통제 및 합동방제, 인근 주민 77명 대피</a:t>
            </a:r>
            <a:endParaRPr lang="ko-KR" sz="1800" dirty="0"/>
          </a:p>
        </p:txBody>
      </p:sp>
      <p:sp>
        <p:nvSpPr>
          <p:cNvPr id="21" name="Shape 17"/>
          <p:cNvSpPr/>
          <p:nvPr/>
        </p:nvSpPr>
        <p:spPr>
          <a:xfrm>
            <a:off x="685800" y="5295900"/>
            <a:ext cx="6553200" cy="0"/>
          </a:xfrm>
          <a:prstGeom prst="line">
            <a:avLst/>
          </a:prstGeom>
          <a:noFill/>
          <a:ln w="14288">
            <a:solidFill>
              <a:schemeClr val="accent6"/>
            </a:solidFill>
            <a:prstDash val="solid"/>
          </a:ln>
        </p:spPr>
      </p:sp>
      <p:pic>
        <p:nvPicPr>
          <p:cNvPr id="22" name="Image 2" descr="">    </p:cNvPr>
          <p:cNvPicPr>
            <a:picLocks noChangeAspect="1"/>
          </p:cNvPicPr>
          <p:nvPr/>
        </p:nvPicPr>
        <p:blipFill>
          <a:blip r:embed="rId3"/>
          <a:stretch>
            <a:fillRect/>
          </a:stretch>
        </p:blipFill>
        <p:spPr>
          <a:xfrm>
            <a:off x="685800" y="5524500"/>
            <a:ext cx="171450" cy="171450"/>
          </a:xfrm>
          <a:prstGeom prst="rect">
            <a:avLst/>
          </a:prstGeom>
        </p:spPr>
      </p:pic>
      <p:sp>
        <p:nvSpPr>
          <p:cNvPr id="23" name="Text 18"/>
          <p:cNvSpPr txBox="1"/>
          <p:nvPr/>
        </p:nvSpPr>
        <p:spPr>
          <a:xfrm>
            <a:off x="952500" y="5467350"/>
            <a:ext cx="3810000" cy="285750"/>
          </a:xfrm>
          <a:prstGeom prst="rect">
            <a:avLst/>
          </a:prstGeom>
          <a:noFill/>
          <a:ln/>
        </p:spPr>
        <p:txBody>
          <a:bodyPr wrap="square" lIns="0" tIns="0" rIns="0" bIns="0" rtlCol="0" anchor="ctr"/>
          <a:lstStyle/>
          <a:p>
            <a:pPr algn="l" indent="0" marL="0">
              <a:lnSpc>
                <a:spcPct val="101900"/>
              </a:lnSpc>
              <a:buNone/>
            </a:pPr>
            <a:r>
              <a:rPr lang="ko-KR" altLang="en-US" sz="1300" dirty="0">
                <a:solidFill>
                  <a:schemeClr val="accent5"/>
                </a:solidFill>
                <a:latin typeface="Paperlogy 4 Regular" pitchFamily="34" charset="0"/>
                <a:ea typeface="Paperlogy 4 Regular" pitchFamily="34" charset="-127"/>
                <a:cs typeface="Paperlogy 4 Regular" pitchFamily="34" charset="-120"/>
              </a:rPr>
              <a:t>출처 : 아주경제, 대전MBC</a:t>
            </a:r>
            <a:endParaRPr lang="ko-KR" sz="1300" dirty="0"/>
          </a:p>
        </p:txBody>
      </p:sp>
      <p:sp>
        <p:nvSpPr>
          <p:cNvPr id="24" name="Key message card"/>
          <p:cNvSpPr/>
          <p:nvPr/>
        </p:nvSpPr>
        <p:spPr>
          <a:xfrm>
            <a:off x="7543800" y="1447800"/>
            <a:ext cx="3962400" cy="4648200"/>
          </a:xfrm>
          <a:prstGeom prst="roundRect">
            <a:avLst>
              <a:gd name="adj" fmla="val 4327"/>
            </a:avLst>
          </a:prstGeom>
          <a:solidFill>
            <a:schemeClr val="tx2"/>
          </a:solidFill>
          <a:ln/>
        </p:spPr>
      </p:sp>
      <p:sp>
        <p:nvSpPr>
          <p:cNvPr id="25" name="Text 20"/>
          <p:cNvSpPr txBox="1"/>
          <p:nvPr/>
        </p:nvSpPr>
        <p:spPr>
          <a:xfrm>
            <a:off x="7848600" y="1752600"/>
            <a:ext cx="3352800" cy="228600"/>
          </a:xfrm>
          <a:prstGeom prst="rect">
            <a:avLst/>
          </a:prstGeom>
          <a:noFill/>
          <a:ln/>
        </p:spPr>
        <p:txBody>
          <a:bodyPr wrap="square" lIns="0" tIns="0" rIns="0" bIns="0" rtlCol="0" anchor="ctr"/>
          <a:lstStyle/>
          <a:p>
            <a:pPr algn="l" indent="0" marL="0">
              <a:lnSpc>
                <a:spcPct val="101900"/>
              </a:lnSpc>
              <a:buNone/>
            </a:pPr>
            <a:r>
              <a:rPr lang="ko-KR" altLang="en-US" sz="1400" dirty="0">
                <a:solidFill>
                  <a:schemeClr val="accent3"/>
                </a:solidFill>
                <a:latin typeface="Paperlogy 6 SemiBold" pitchFamily="34" charset="0"/>
                <a:ea typeface="Paperlogy 6 SemiBold" pitchFamily="34" charset="-127"/>
                <a:cs typeface="Paperlogy 6 SemiBold" pitchFamily="34" charset="-120"/>
              </a:rPr>
              <a:t>훈련 시사점</a:t>
            </a:r>
            <a:endParaRPr lang="ko-KR" sz="1400" dirty="0"/>
          </a:p>
        </p:txBody>
      </p:sp>
      <p:sp>
        <p:nvSpPr>
          <p:cNvPr id="26" name="Text 21"/>
          <p:cNvSpPr txBox="1"/>
          <p:nvPr/>
        </p:nvSpPr>
        <p:spPr>
          <a:xfrm>
            <a:off x="7848600" y="2209800"/>
            <a:ext cx="3352800" cy="914400"/>
          </a:xfrm>
          <a:prstGeom prst="rect">
            <a:avLst/>
          </a:prstGeom>
          <a:noFill/>
          <a:ln/>
        </p:spPr>
        <p:txBody>
          <a:bodyPr wrap="square" lIns="0" tIns="0" rIns="0" bIns="0" rtlCol="0" anchor="t"/>
          <a:lstStyle/>
          <a:p>
            <a:pPr algn="l" indent="0" marL="0">
              <a:lnSpc>
                <a:spcPct val="103600"/>
              </a:lnSpc>
              <a:buNone/>
            </a:pPr>
            <a:r>
              <a:rPr lang="ko-KR" altLang="en-US" sz="2800" spc="-50" kern="0" dirty="0">
                <a:solidFill>
                  <a:schemeClr val="bg1"/>
                </a:solidFill>
                <a:latin typeface="Paperlogy 8 ExtraBold" pitchFamily="34" charset="0"/>
                <a:ea typeface="Paperlogy 8 ExtraBold" pitchFamily="34" charset="-127"/>
                <a:cs typeface="Paperlogy 8 ExtraBold" pitchFamily="34" charset="-120"/>
              </a:rPr>
              <a:t>도로상 화학사고</a:t>
            </a:r>
            <a:endParaRPr lang="ko-KR" sz="2800" dirty="0"/>
          </a:p>
          <a:p>
            <a:pPr algn="l" indent="0" marL="0">
              <a:lnSpc>
                <a:spcPct val="103600"/>
              </a:lnSpc>
              <a:buNone/>
            </a:pPr>
            <a:r>
              <a:rPr lang="ko-KR" altLang="en-US" sz="2800" spc="-50" kern="0" dirty="0">
                <a:solidFill>
                  <a:schemeClr val="bg1"/>
                </a:solidFill>
                <a:latin typeface="Paperlogy 8 ExtraBold" pitchFamily="34" charset="0"/>
                <a:ea typeface="Paperlogy 8 ExtraBold" pitchFamily="34" charset="-127"/>
                <a:cs typeface="Paperlogy 8 ExtraBold" pitchFamily="34" charset="-120"/>
              </a:rPr>
              <a:t>합동대응 중요성 증대</a:t>
            </a:r>
            <a:endParaRPr lang="ko-KR" sz="2800" dirty="0"/>
          </a:p>
        </p:txBody>
      </p:sp>
      <p:sp>
        <p:nvSpPr>
          <p:cNvPr id="27" name="Text 22"/>
          <p:cNvSpPr txBox="1"/>
          <p:nvPr/>
        </p:nvSpPr>
        <p:spPr>
          <a:xfrm>
            <a:off x="7848600" y="3257550"/>
            <a:ext cx="3352800" cy="647700"/>
          </a:xfrm>
          <a:prstGeom prst="rect">
            <a:avLst/>
          </a:prstGeom>
          <a:noFill/>
          <a:ln/>
        </p:spPr>
        <p:txBody>
          <a:bodyPr wrap="square" lIns="0" tIns="0" rIns="0" bIns="0" rtlCol="0" anchor="t"/>
          <a:lstStyle/>
          <a:p>
            <a:pPr algn="l" indent="0" marL="0">
              <a:lnSpc>
                <a:spcPct val="127400"/>
              </a:lnSpc>
              <a:buNone/>
            </a:pPr>
            <a:r>
              <a:rPr lang="ko-KR" altLang="en-US" sz="1600" dirty="0">
                <a:solidFill>
                  <a:schemeClr val="accent4"/>
                </a:solidFill>
                <a:latin typeface="Paperlogy 4 Regular" pitchFamily="34" charset="0"/>
                <a:ea typeface="Paperlogy 4 Regular" pitchFamily="34" charset="-127"/>
                <a:cs typeface="Paperlogy 4 Regular" pitchFamily="34" charset="-120"/>
              </a:rPr>
              <a:t>가상의 벤젠 유출 상황을 설정하여</a:t>
            </a:r>
            <a:endParaRPr lang="ko-KR" sz="1600" dirty="0"/>
          </a:p>
          <a:p>
            <a:pPr algn="l" indent="0" marL="0">
              <a:lnSpc>
                <a:spcPct val="127400"/>
              </a:lnSpc>
              <a:buNone/>
            </a:pPr>
            <a:r>
              <a:rPr lang="ko-KR" altLang="en-US" sz="1600" dirty="0">
                <a:solidFill>
                  <a:schemeClr val="accent4"/>
                </a:solidFill>
                <a:latin typeface="Paperlogy 4 Regular" pitchFamily="34" charset="0"/>
                <a:ea typeface="Paperlogy 4 Regular" pitchFamily="34" charset="-127"/>
                <a:cs typeface="Paperlogy 4 Regular" pitchFamily="34" charset="-120"/>
              </a:rPr>
              <a:t>실제 사고의 교훈을 훈련에 반영</a:t>
            </a:r>
            <a:endParaRPr lang="ko-KR" sz="1600" dirty="0"/>
          </a:p>
        </p:txBody>
      </p:sp>
      <p:sp>
        <p:nvSpPr>
          <p:cNvPr id="28" name="Shape 23"/>
          <p:cNvSpPr/>
          <p:nvPr/>
        </p:nvSpPr>
        <p:spPr>
          <a:xfrm>
            <a:off x="7848600" y="4800600"/>
            <a:ext cx="3352800" cy="476250"/>
          </a:xfrm>
          <a:prstGeom prst="roundRect">
            <a:avLst>
              <a:gd name="adj" fmla="val 24000"/>
            </a:avLst>
          </a:prstGeom>
          <a:solidFill>
            <a:schemeClr val="bg1">
              <a:alpha val="8000"/>
            </a:schemeClr>
          </a:solidFill>
          <a:ln/>
        </p:spPr>
      </p:sp>
      <p:sp>
        <p:nvSpPr>
          <p:cNvPr id="29" name="Text 24"/>
          <p:cNvSpPr txBox="1"/>
          <p:nvPr/>
        </p:nvSpPr>
        <p:spPr>
          <a:xfrm>
            <a:off x="8039100" y="4800600"/>
            <a:ext cx="952500" cy="476250"/>
          </a:xfrm>
          <a:prstGeom prst="rect">
            <a:avLst/>
          </a:prstGeom>
          <a:noFill/>
          <a:ln/>
        </p:spPr>
        <p:txBody>
          <a:bodyPr wrap="square" lIns="0" tIns="0" rIns="0" bIns="0" rtlCol="0" anchor="ctr"/>
          <a:lstStyle/>
          <a:p>
            <a:pPr algn="l" indent="0" marL="0">
              <a:lnSpc>
                <a:spcPct val="101900"/>
              </a:lnSpc>
              <a:buNone/>
            </a:pPr>
            <a:r>
              <a:rPr lang="ko-KR" altLang="en-US" sz="1300" dirty="0">
                <a:solidFill>
                  <a:schemeClr val="accent4"/>
                </a:solidFill>
                <a:latin typeface="Paperlogy 6 SemiBold" pitchFamily="34" charset="0"/>
                <a:ea typeface="Paperlogy 6 SemiBold" pitchFamily="34" charset="-127"/>
                <a:cs typeface="Paperlogy 6 SemiBold" pitchFamily="34" charset="-120"/>
              </a:rPr>
              <a:t>실제 사고</a:t>
            </a:r>
            <a:endParaRPr lang="ko-KR" sz="1300" dirty="0"/>
          </a:p>
        </p:txBody>
      </p:sp>
      <p:sp>
        <p:nvSpPr>
          <p:cNvPr id="30" name="Text 25"/>
          <p:cNvSpPr txBox="1"/>
          <p:nvPr/>
        </p:nvSpPr>
        <p:spPr>
          <a:xfrm>
            <a:off x="8953500" y="4800600"/>
            <a:ext cx="2171700" cy="476250"/>
          </a:xfrm>
          <a:prstGeom prst="rect">
            <a:avLst/>
          </a:prstGeom>
          <a:noFill/>
          <a:ln/>
        </p:spPr>
        <p:txBody>
          <a:bodyPr wrap="square" lIns="0" tIns="0" rIns="0" bIns="0" rtlCol="0" anchor="ctr"/>
          <a:lstStyle/>
          <a:p>
            <a:pPr algn="l" indent="0" marL="0">
              <a:lnSpc>
                <a:spcPct val="101900"/>
              </a:lnSpc>
              <a:buNone/>
            </a:pPr>
            <a:r>
              <a:rPr lang="ko-KR" altLang="en-US" sz="1400" dirty="0">
                <a:solidFill>
                  <a:schemeClr val="bg1"/>
                </a:solidFill>
                <a:latin typeface="Paperlogy 5 Medium" pitchFamily="34" charset="0"/>
                <a:ea typeface="Paperlogy 5 Medium" pitchFamily="34" charset="-127"/>
                <a:cs typeface="Paperlogy 5 Medium" pitchFamily="34" charset="-120"/>
              </a:rPr>
              <a:t>황산 누출 · 약 1.63톤</a:t>
            </a:r>
            <a:endParaRPr lang="ko-KR" sz="1400" dirty="0"/>
          </a:p>
        </p:txBody>
      </p:sp>
      <p:sp>
        <p:nvSpPr>
          <p:cNvPr id="31" name="Shape 26"/>
          <p:cNvSpPr/>
          <p:nvPr/>
        </p:nvSpPr>
        <p:spPr>
          <a:xfrm>
            <a:off x="7848600" y="5372100"/>
            <a:ext cx="3352800" cy="476250"/>
          </a:xfrm>
          <a:prstGeom prst="roundRect">
            <a:avLst>
              <a:gd name="adj" fmla="val 24000"/>
            </a:avLst>
          </a:prstGeom>
          <a:solidFill>
            <a:schemeClr val="bg1">
              <a:alpha val="8000"/>
            </a:schemeClr>
          </a:solidFill>
          <a:ln/>
        </p:spPr>
      </p:sp>
      <p:sp>
        <p:nvSpPr>
          <p:cNvPr id="32" name="Text 27"/>
          <p:cNvSpPr txBox="1"/>
          <p:nvPr/>
        </p:nvSpPr>
        <p:spPr>
          <a:xfrm>
            <a:off x="8039100" y="5372100"/>
            <a:ext cx="952500" cy="476250"/>
          </a:xfrm>
          <a:prstGeom prst="rect">
            <a:avLst/>
          </a:prstGeom>
          <a:noFill/>
          <a:ln/>
        </p:spPr>
        <p:txBody>
          <a:bodyPr wrap="square" lIns="0" tIns="0" rIns="0" bIns="0" rtlCol="0" anchor="ctr"/>
          <a:lstStyle/>
          <a:p>
            <a:pPr algn="l" indent="0" marL="0">
              <a:lnSpc>
                <a:spcPct val="101900"/>
              </a:lnSpc>
              <a:buNone/>
            </a:pPr>
            <a:r>
              <a:rPr lang="ko-KR" altLang="en-US" sz="1300" dirty="0">
                <a:solidFill>
                  <a:schemeClr val="accent3"/>
                </a:solidFill>
                <a:latin typeface="Paperlogy 6 SemiBold" pitchFamily="34" charset="0"/>
                <a:ea typeface="Paperlogy 6 SemiBold" pitchFamily="34" charset="-127"/>
                <a:cs typeface="Paperlogy 6 SemiBold" pitchFamily="34" charset="-120"/>
              </a:rPr>
              <a:t>훈련 상황</a:t>
            </a:r>
            <a:endParaRPr lang="ko-KR" sz="1300" dirty="0"/>
          </a:p>
        </p:txBody>
      </p:sp>
      <p:sp>
        <p:nvSpPr>
          <p:cNvPr id="33" name="Text 28"/>
          <p:cNvSpPr txBox="1"/>
          <p:nvPr/>
        </p:nvSpPr>
        <p:spPr>
          <a:xfrm>
            <a:off x="8953500" y="5372100"/>
            <a:ext cx="2171700" cy="476250"/>
          </a:xfrm>
          <a:prstGeom prst="rect">
            <a:avLst/>
          </a:prstGeom>
          <a:noFill/>
          <a:ln/>
        </p:spPr>
        <p:txBody>
          <a:bodyPr wrap="square" lIns="0" tIns="0" rIns="0" bIns="0" rtlCol="0" anchor="ctr"/>
          <a:lstStyle/>
          <a:p>
            <a:pPr algn="l" indent="0" marL="0">
              <a:lnSpc>
                <a:spcPct val="101900"/>
              </a:lnSpc>
              <a:buNone/>
            </a:pPr>
            <a:r>
              <a:rPr lang="ko-KR" altLang="en-US" sz="1400" dirty="0">
                <a:solidFill>
                  <a:schemeClr val="bg1"/>
                </a:solidFill>
                <a:latin typeface="Paperlogy 5 Medium" pitchFamily="34" charset="0"/>
                <a:ea typeface="Paperlogy 5 Medium" pitchFamily="34" charset="-127"/>
                <a:cs typeface="Paperlogy 5 Medium" pitchFamily="34" charset="-120"/>
              </a:rPr>
              <a:t>벤젠 약 20L 누출 · 착화</a:t>
            </a:r>
            <a:endParaRPr lang="ko-KR" sz="1400" dirty="0"/>
          </a:p>
        </p:txBody>
      </p:sp>
      <p:sp>
        <p:nvSpPr>
          <p:cNvPr id="25" name="Slide Number Placeholder 0"/>
          <p:cNvSpPr>
            <a:spLocks noGrp="1"/>
          </p:cNvSpPr>
          <p:nvPr>
            <p:ph type="sldNum" sz="quarter" idx="4294967295"/>
          </p:nvPr>
        </p:nvSpPr>
        <p:spPr>
          <a:xfrm>
            <a:off x="10553700" y="6438900"/>
            <a:ext cx="952500" cy="1905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latin typeface="Paperlogy 6 SemiBold"/>
                <a:ea typeface="Paperlogy 6 SemiBold"/>
                <a:cs typeface="Paperlogy 6 SemiBold"/>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685800" y="666750"/>
            <a:ext cx="10820400" cy="495300"/>
          </a:xfrm>
          <a:prstGeom prst="rect">
            <a:avLst/>
          </a:prstGeom>
          <a:noFill/>
          <a:ln/>
        </p:spPr>
        <p:txBody>
          <a:bodyPr wrap="square" lIns="0" tIns="0" rIns="0" bIns="0" rtlCol="0" anchor="t"/>
          <a:lstStyle/>
          <a:p>
            <a:pPr algn="l" indent="0" marL="0">
              <a:lnSpc>
                <a:spcPct val="101900"/>
              </a:lnSpc>
              <a:buNone/>
            </a:pPr>
            <a:r>
              <a:rPr lang="ko-KR" altLang="en-US" sz="3000" spc="-50" kern="0" dirty="0">
                <a:solidFill>
                  <a:schemeClr val="tx2"/>
                </a:solidFill>
                <a:latin typeface="Paperlogy 8 ExtraBold" pitchFamily="34" charset="0"/>
                <a:ea typeface="Paperlogy 8 ExtraBold" pitchFamily="34" charset="-127"/>
                <a:cs typeface="Paperlogy 8 ExtraBold" pitchFamily="34" charset="-120"/>
              </a:rPr>
              <a:t>훈련개요</a:t>
            </a:r>
            <a:endParaRPr lang="en-US" sz="3000" dirty="0"/>
          </a:p>
        </p:txBody>
      </p:sp>
      <p:sp>
        <p:nvSpPr>
          <p:cNvPr id="3" name="Text 1"/>
          <p:cNvSpPr txBox="1"/>
          <p:nvPr/>
        </p:nvSpPr>
        <p:spPr>
          <a:xfrm>
            <a:off x="685800" y="419100"/>
            <a:ext cx="6096000" cy="209550"/>
          </a:xfrm>
          <a:prstGeom prst="rect">
            <a:avLst/>
          </a:prstGeom>
          <a:noFill/>
          <a:ln/>
        </p:spPr>
        <p:txBody>
          <a:bodyPr wrap="square" lIns="0" tIns="0" rIns="0" bIns="0" rtlCol="0" anchor="ctr"/>
          <a:lstStyle/>
          <a:p>
            <a:pPr algn="l" indent="0" marL="0">
              <a:lnSpc>
                <a:spcPct val="101900"/>
              </a:lnSpc>
              <a:buNone/>
            </a:pPr>
            <a:r>
              <a:rPr lang="ko-KR" altLang="en-US" sz="1200" dirty="0">
                <a:solidFill>
                  <a:schemeClr val="accent2"/>
                </a:solidFill>
                <a:latin typeface="Paperlogy 8 ExtraBold" pitchFamily="34" charset="0"/>
                <a:ea typeface="Paperlogy 8 ExtraBold" pitchFamily="34" charset="-127"/>
                <a:cs typeface="Paperlogy 8 ExtraBold" pitchFamily="34" charset="-120"/>
              </a:rPr>
              <a:t>03</a:t>
            </a:r>
            <a:pPr algn="l" indent="0" marL="0">
              <a:lnSpc>
                <a:spcPct val="101900"/>
              </a:lnSpc>
              <a:buNone/>
            </a:pPr>
            <a:r>
              <a:rPr lang="ko-KR" altLang="en-US" sz="1200" dirty="0">
                <a:solidFill>
                  <a:schemeClr val="accent5"/>
                </a:solidFill>
                <a:latin typeface="Paperlogy 6 SemiBold" pitchFamily="34" charset="0"/>
                <a:ea typeface="Paperlogy 6 SemiBold" pitchFamily="34" charset="-127"/>
                <a:cs typeface="Paperlogy 6 SemiBold" pitchFamily="34" charset="-120"/>
              </a:rPr>
              <a:t>   훈련개요 및 중점사항</a:t>
            </a:r>
            <a:endParaRPr lang="ko-KR" sz="1200" dirty="0"/>
          </a:p>
        </p:txBody>
      </p:sp>
      <p:sp>
        <p:nvSpPr>
          <p:cNvPr id="4" name="Shape 2"/>
          <p:cNvSpPr/>
          <p:nvPr/>
        </p:nvSpPr>
        <p:spPr>
          <a:xfrm>
            <a:off x="685800" y="1447800"/>
            <a:ext cx="5334000" cy="914400"/>
          </a:xfrm>
          <a:prstGeom prst="roundRect">
            <a:avLst>
              <a:gd name="adj" fmla="val 18750"/>
            </a:avLst>
          </a:prstGeom>
          <a:solidFill>
            <a:schemeClr val="bg2"/>
          </a:solidFill>
          <a:ln/>
        </p:spPr>
      </p:sp>
      <p:sp>
        <p:nvSpPr>
          <p:cNvPr id="5" name="Shape 3"/>
          <p:cNvSpPr/>
          <p:nvPr/>
        </p:nvSpPr>
        <p:spPr>
          <a:xfrm>
            <a:off x="914400" y="1657350"/>
            <a:ext cx="495300" cy="495300"/>
          </a:xfrm>
          <a:prstGeom prst="ellipse">
            <a:avLst/>
          </a:prstGeom>
          <a:solidFill>
            <a:schemeClr val="tx2"/>
          </a:solidFill>
          <a:ln/>
        </p:spPr>
      </p:sp>
      <p:pic>
        <p:nvPicPr>
          <p:cNvPr id="6" name="Image 0" descr="">    </p:cNvPr>
          <p:cNvPicPr>
            <a:picLocks noChangeAspect="1"/>
          </p:cNvPicPr>
          <p:nvPr/>
        </p:nvPicPr>
        <p:blipFill>
          <a:blip r:embed="rId1"/>
          <a:stretch>
            <a:fillRect/>
          </a:stretch>
        </p:blipFill>
        <p:spPr>
          <a:xfrm>
            <a:off x="1038225" y="1781175"/>
            <a:ext cx="247650" cy="247650"/>
          </a:xfrm>
          <a:prstGeom prst="rect">
            <a:avLst/>
          </a:prstGeom>
        </p:spPr>
      </p:pic>
      <p:sp>
        <p:nvSpPr>
          <p:cNvPr id="7" name="Text 4"/>
          <p:cNvSpPr txBox="1"/>
          <p:nvPr/>
        </p:nvSpPr>
        <p:spPr>
          <a:xfrm>
            <a:off x="1562100" y="1600200"/>
            <a:ext cx="4191000" cy="228600"/>
          </a:xfrm>
          <a:prstGeom prst="rect">
            <a:avLst/>
          </a:prstGeom>
          <a:noFill/>
          <a:ln/>
        </p:spPr>
        <p:txBody>
          <a:bodyPr wrap="square" lIns="0" tIns="0" rIns="0" bIns="0" rtlCol="0" anchor="ctr"/>
          <a:lstStyle/>
          <a:p>
            <a:pPr algn="l" indent="0" marL="0">
              <a:lnSpc>
                <a:spcPct val="101900"/>
              </a:lnSpc>
              <a:buNone/>
            </a:pPr>
            <a:r>
              <a:rPr lang="ko-KR" altLang="en-US" sz="1400" dirty="0">
                <a:solidFill>
                  <a:schemeClr val="accent5"/>
                </a:solidFill>
                <a:latin typeface="Paperlogy 6 SemiBold" pitchFamily="34" charset="0"/>
                <a:ea typeface="Paperlogy 6 SemiBold" pitchFamily="34" charset="-127"/>
                <a:cs typeface="Paperlogy 6 SemiBold" pitchFamily="34" charset="-120"/>
              </a:rPr>
              <a:t>일시</a:t>
            </a:r>
            <a:endParaRPr lang="ko-KR" sz="1400" dirty="0"/>
          </a:p>
        </p:txBody>
      </p:sp>
      <p:sp>
        <p:nvSpPr>
          <p:cNvPr id="8" name="Text 5"/>
          <p:cNvSpPr txBox="1"/>
          <p:nvPr/>
        </p:nvSpPr>
        <p:spPr>
          <a:xfrm>
            <a:off x="1562100" y="1828800"/>
            <a:ext cx="4343400" cy="361950"/>
          </a:xfrm>
          <a:prstGeom prst="rect">
            <a:avLst/>
          </a:prstGeom>
          <a:noFill/>
          <a:ln/>
        </p:spPr>
        <p:txBody>
          <a:bodyPr wrap="square" lIns="0" tIns="0" rIns="0" bIns="0" rtlCol="0" anchor="ctr"/>
          <a:lstStyle/>
          <a:p>
            <a:pPr algn="l" indent="0" marL="0">
              <a:lnSpc>
                <a:spcPct val="101900"/>
              </a:lnSpc>
              <a:buNone/>
            </a:pPr>
            <a:r>
              <a:rPr lang="ko-KR" altLang="en-US" sz="2100" dirty="0">
                <a:solidFill>
                  <a:schemeClr val="tx1"/>
                </a:solidFill>
                <a:latin typeface="Paperlogy 7 Bold" pitchFamily="34" charset="0"/>
                <a:ea typeface="Paperlogy 7 Bold" pitchFamily="34" charset="-127"/>
                <a:cs typeface="Paperlogy 7 Bold" pitchFamily="34" charset="-120"/>
              </a:rPr>
              <a:t>2026. 10. 22. (목) 14:00 ~ 16:00</a:t>
            </a:r>
            <a:endParaRPr lang="ko-KR" sz="2100" dirty="0"/>
          </a:p>
        </p:txBody>
      </p:sp>
      <p:sp>
        <p:nvSpPr>
          <p:cNvPr id="9" name="Shape 6"/>
          <p:cNvSpPr/>
          <p:nvPr/>
        </p:nvSpPr>
        <p:spPr>
          <a:xfrm>
            <a:off x="6172200" y="1447800"/>
            <a:ext cx="5334000" cy="914400"/>
          </a:xfrm>
          <a:prstGeom prst="roundRect">
            <a:avLst>
              <a:gd name="adj" fmla="val 18750"/>
            </a:avLst>
          </a:prstGeom>
          <a:solidFill>
            <a:schemeClr val="bg2"/>
          </a:solidFill>
          <a:ln/>
        </p:spPr>
      </p:sp>
      <p:sp>
        <p:nvSpPr>
          <p:cNvPr id="10" name="Shape 7"/>
          <p:cNvSpPr/>
          <p:nvPr/>
        </p:nvSpPr>
        <p:spPr>
          <a:xfrm>
            <a:off x="6400800" y="1657350"/>
            <a:ext cx="495300" cy="495300"/>
          </a:xfrm>
          <a:prstGeom prst="ellipse">
            <a:avLst/>
          </a:prstGeom>
          <a:solidFill>
            <a:schemeClr val="tx2"/>
          </a:solidFill>
          <a:ln/>
        </p:spPr>
      </p:sp>
      <p:pic>
        <p:nvPicPr>
          <p:cNvPr id="11" name="Image 1" descr="">    </p:cNvPr>
          <p:cNvPicPr>
            <a:picLocks noChangeAspect="1"/>
          </p:cNvPicPr>
          <p:nvPr/>
        </p:nvPicPr>
        <p:blipFill>
          <a:blip r:embed="rId2"/>
          <a:stretch>
            <a:fillRect/>
          </a:stretch>
        </p:blipFill>
        <p:spPr>
          <a:xfrm>
            <a:off x="6524625" y="1781175"/>
            <a:ext cx="247650" cy="247650"/>
          </a:xfrm>
          <a:prstGeom prst="rect">
            <a:avLst/>
          </a:prstGeom>
        </p:spPr>
      </p:pic>
      <p:sp>
        <p:nvSpPr>
          <p:cNvPr id="12" name="Text 8"/>
          <p:cNvSpPr txBox="1"/>
          <p:nvPr/>
        </p:nvSpPr>
        <p:spPr>
          <a:xfrm>
            <a:off x="7048500" y="1600200"/>
            <a:ext cx="4191000" cy="228600"/>
          </a:xfrm>
          <a:prstGeom prst="rect">
            <a:avLst/>
          </a:prstGeom>
          <a:noFill/>
          <a:ln/>
        </p:spPr>
        <p:txBody>
          <a:bodyPr wrap="square" lIns="0" tIns="0" rIns="0" bIns="0" rtlCol="0" anchor="ctr"/>
          <a:lstStyle/>
          <a:p>
            <a:pPr algn="l" indent="0" marL="0">
              <a:lnSpc>
                <a:spcPct val="101900"/>
              </a:lnSpc>
              <a:buNone/>
            </a:pPr>
            <a:r>
              <a:rPr lang="ko-KR" altLang="en-US" sz="1400" dirty="0">
                <a:solidFill>
                  <a:schemeClr val="accent5"/>
                </a:solidFill>
                <a:latin typeface="Paperlogy 6 SemiBold" pitchFamily="34" charset="0"/>
                <a:ea typeface="Paperlogy 6 SemiBold" pitchFamily="34" charset="-127"/>
                <a:cs typeface="Paperlogy 6 SemiBold" pitchFamily="34" charset="-120"/>
              </a:rPr>
              <a:t>장소</a:t>
            </a:r>
            <a:endParaRPr lang="ko-KR" sz="1400" dirty="0"/>
          </a:p>
        </p:txBody>
      </p:sp>
      <p:sp>
        <p:nvSpPr>
          <p:cNvPr id="13" name="Text 9"/>
          <p:cNvSpPr txBox="1"/>
          <p:nvPr/>
        </p:nvSpPr>
        <p:spPr>
          <a:xfrm>
            <a:off x="7048500" y="1828800"/>
            <a:ext cx="4343400" cy="361950"/>
          </a:xfrm>
          <a:prstGeom prst="rect">
            <a:avLst/>
          </a:prstGeom>
          <a:noFill/>
          <a:ln/>
        </p:spPr>
        <p:txBody>
          <a:bodyPr wrap="square" lIns="0" tIns="0" rIns="0" bIns="0" rtlCol="0" anchor="ctr"/>
          <a:lstStyle/>
          <a:p>
            <a:pPr algn="l" indent="0" marL="0">
              <a:lnSpc>
                <a:spcPct val="101900"/>
              </a:lnSpc>
              <a:buNone/>
            </a:pPr>
            <a:r>
              <a:rPr lang="ko-KR" altLang="en-US" sz="2100" dirty="0">
                <a:solidFill>
                  <a:schemeClr val="tx1"/>
                </a:solidFill>
                <a:latin typeface="Paperlogy 7 Bold" pitchFamily="34" charset="0"/>
                <a:ea typeface="Paperlogy 7 Bold" pitchFamily="34" charset="-127"/>
                <a:cs typeface="Paperlogy 7 Bold" pitchFamily="34" charset="-120"/>
              </a:rPr>
              <a:t>국도32호선 온석터널 서산방향 일원</a:t>
            </a:r>
            <a:endParaRPr lang="ko-KR" sz="2100" dirty="0"/>
          </a:p>
        </p:txBody>
      </p:sp>
      <p:sp>
        <p:nvSpPr>
          <p:cNvPr id="14" name="Text 10"/>
          <p:cNvSpPr txBox="1"/>
          <p:nvPr/>
        </p:nvSpPr>
        <p:spPr>
          <a:xfrm>
            <a:off x="685800" y="2628900"/>
            <a:ext cx="5715000" cy="266700"/>
          </a:xfrm>
          <a:prstGeom prst="rect">
            <a:avLst/>
          </a:prstGeom>
          <a:noFill/>
          <a:ln/>
        </p:spPr>
        <p:txBody>
          <a:bodyPr wrap="square" lIns="0" tIns="0" rIns="0" bIns="0" rtlCol="0" anchor="ctr"/>
          <a:lstStyle/>
          <a:p>
            <a:pPr algn="l" indent="0" marL="0">
              <a:lnSpc>
                <a:spcPct val="101900"/>
              </a:lnSpc>
              <a:buNone/>
            </a:pPr>
            <a:r>
              <a:rPr lang="ko-KR" altLang="en-US" sz="1800" dirty="0">
                <a:solidFill>
                  <a:schemeClr val="tx1"/>
                </a:solidFill>
                <a:latin typeface="Paperlogy 7 Bold" pitchFamily="34" charset="0"/>
                <a:ea typeface="Paperlogy 7 Bold" pitchFamily="34" charset="-127"/>
                <a:cs typeface="Paperlogy 7 Bold" pitchFamily="34" charset="-120"/>
              </a:rPr>
              <a:t>훈련 진행</a:t>
            </a:r>
            <a:pPr algn="l" indent="0" marL="0">
              <a:lnSpc>
                <a:spcPct val="101900"/>
              </a:lnSpc>
              <a:buNone/>
            </a:pPr>
            <a:r>
              <a:rPr lang="ko-KR" altLang="en-US" sz="1400" dirty="0">
                <a:solidFill>
                  <a:schemeClr val="accent5"/>
                </a:solidFill>
                <a:latin typeface="Paperlogy 5 Medium" pitchFamily="34" charset="0"/>
                <a:ea typeface="Paperlogy 5 Medium" pitchFamily="34" charset="-127"/>
                <a:cs typeface="Paperlogy 5 Medium" pitchFamily="34" charset="-120"/>
              </a:rPr>
              <a:t>   1부 현장훈련 · 2부 토론훈련</a:t>
            </a:r>
            <a:endParaRPr lang="ko-KR" sz="1800" dirty="0"/>
          </a:p>
        </p:txBody>
      </p:sp>
      <p:sp>
        <p:nvSpPr>
          <p:cNvPr id="15" name="Part 1 bar"/>
          <p:cNvSpPr/>
          <p:nvPr/>
        </p:nvSpPr>
        <p:spPr>
          <a:xfrm>
            <a:off x="685800" y="3009900"/>
            <a:ext cx="5334000" cy="1066800"/>
          </a:xfrm>
          <a:prstGeom prst="roundRect">
            <a:avLst>
              <a:gd name="adj" fmla="val 14286"/>
            </a:avLst>
          </a:prstGeom>
          <a:solidFill>
            <a:schemeClr val="tx2"/>
          </a:solidFill>
          <a:ln/>
        </p:spPr>
      </p:sp>
      <p:sp>
        <p:nvSpPr>
          <p:cNvPr id="16" name="Text 12"/>
          <p:cNvSpPr txBox="1"/>
          <p:nvPr/>
        </p:nvSpPr>
        <p:spPr>
          <a:xfrm>
            <a:off x="952500" y="3143250"/>
            <a:ext cx="3810000" cy="228600"/>
          </a:xfrm>
          <a:prstGeom prst="rect">
            <a:avLst/>
          </a:prstGeom>
          <a:noFill/>
          <a:ln/>
        </p:spPr>
        <p:txBody>
          <a:bodyPr wrap="square" lIns="0" tIns="0" rIns="0" bIns="0" rtlCol="0" anchor="ctr"/>
          <a:lstStyle/>
          <a:p>
            <a:pPr algn="l" indent="0" marL="0">
              <a:lnSpc>
                <a:spcPct val="101900"/>
              </a:lnSpc>
              <a:buNone/>
            </a:pPr>
            <a:r>
              <a:rPr lang="ko-KR" altLang="en-US" sz="1500" dirty="0">
                <a:solidFill>
                  <a:schemeClr val="accent3"/>
                </a:solidFill>
                <a:latin typeface="Paperlogy 7 Bold" pitchFamily="34" charset="0"/>
                <a:ea typeface="Paperlogy 7 Bold" pitchFamily="34" charset="-127"/>
                <a:cs typeface="Paperlogy 7 Bold" pitchFamily="34" charset="-120"/>
              </a:rPr>
              <a:t>1부  ·  14:00 ~ 15:00</a:t>
            </a:r>
            <a:endParaRPr lang="ko-KR" sz="1500" dirty="0"/>
          </a:p>
        </p:txBody>
      </p:sp>
      <p:sp>
        <p:nvSpPr>
          <p:cNvPr id="17" name="Text 13"/>
          <p:cNvSpPr txBox="1"/>
          <p:nvPr/>
        </p:nvSpPr>
        <p:spPr>
          <a:xfrm>
            <a:off x="952500" y="3371850"/>
            <a:ext cx="4762500" cy="381000"/>
          </a:xfrm>
          <a:prstGeom prst="rect">
            <a:avLst/>
          </a:prstGeom>
          <a:noFill/>
          <a:ln/>
        </p:spPr>
        <p:txBody>
          <a:bodyPr wrap="square" lIns="0" tIns="0" rIns="0" bIns="0" rtlCol="0" anchor="ctr"/>
          <a:lstStyle/>
          <a:p>
            <a:pPr algn="l" indent="0" marL="0">
              <a:lnSpc>
                <a:spcPct val="101900"/>
              </a:lnSpc>
              <a:buNone/>
            </a:pPr>
            <a:r>
              <a:rPr lang="ko-KR" altLang="en-US" sz="2400" dirty="0">
                <a:solidFill>
                  <a:schemeClr val="bg1"/>
                </a:solidFill>
                <a:latin typeface="Paperlogy 8 ExtraBold" pitchFamily="34" charset="0"/>
                <a:ea typeface="Paperlogy 8 ExtraBold" pitchFamily="34" charset="-127"/>
                <a:cs typeface="Paperlogy 8 ExtraBold" pitchFamily="34" charset="-120"/>
              </a:rPr>
              <a:t>현장훈련</a:t>
            </a:r>
            <a:endParaRPr lang="ko-KR" sz="2400" dirty="0"/>
          </a:p>
        </p:txBody>
      </p:sp>
      <p:sp>
        <p:nvSpPr>
          <p:cNvPr id="18" name="Text 14"/>
          <p:cNvSpPr txBox="1"/>
          <p:nvPr/>
        </p:nvSpPr>
        <p:spPr>
          <a:xfrm>
            <a:off x="952500" y="3752850"/>
            <a:ext cx="4762500" cy="228600"/>
          </a:xfrm>
          <a:prstGeom prst="rect">
            <a:avLst/>
          </a:prstGeom>
          <a:noFill/>
          <a:ln/>
        </p:spPr>
        <p:txBody>
          <a:bodyPr wrap="square" lIns="0" tIns="0" rIns="0" bIns="0" rtlCol="0" anchor="ctr"/>
          <a:lstStyle/>
          <a:p>
            <a:pPr algn="l" indent="0" marL="0">
              <a:lnSpc>
                <a:spcPct val="101900"/>
              </a:lnSpc>
              <a:buNone/>
            </a:pPr>
            <a:r>
              <a:rPr lang="ko-KR" altLang="en-US" sz="1400" dirty="0">
                <a:solidFill>
                  <a:schemeClr val="accent4"/>
                </a:solidFill>
                <a:latin typeface="Paperlogy 5 Medium" pitchFamily="34" charset="0"/>
                <a:ea typeface="Paperlogy 5 Medium" pitchFamily="34" charset="-127"/>
                <a:cs typeface="Paperlogy 5 Medium" pitchFamily="34" charset="-120"/>
              </a:rPr>
              <a:t>사고발생부터 수습 · 복구까지 현장 합동대응</a:t>
            </a:r>
            <a:endParaRPr lang="ko-KR" sz="1400" dirty="0"/>
          </a:p>
        </p:txBody>
      </p:sp>
      <p:sp>
        <p:nvSpPr>
          <p:cNvPr id="19" name="Shape 15"/>
          <p:cNvSpPr/>
          <p:nvPr/>
        </p:nvSpPr>
        <p:spPr>
          <a:xfrm>
            <a:off x="6134100" y="3009900"/>
            <a:ext cx="787400" cy="1066800"/>
          </a:xfrm>
          <a:prstGeom prst="roundRect">
            <a:avLst>
              <a:gd name="adj" fmla="val 19355"/>
            </a:avLst>
          </a:prstGeom>
          <a:ln w="14288">
            <a:solidFill>
              <a:schemeClr val="accent6"/>
            </a:solidFill>
            <a:prstDash val="dash"/>
          </a:ln>
        </p:spPr>
      </p:sp>
      <p:sp>
        <p:nvSpPr>
          <p:cNvPr id="20" name="Text 16"/>
          <p:cNvSpPr txBox="1"/>
          <p:nvPr/>
        </p:nvSpPr>
        <p:spPr>
          <a:xfrm>
            <a:off x="6134100" y="3009900"/>
            <a:ext cx="787400" cy="1066800"/>
          </a:xfrm>
          <a:prstGeom prst="rect">
            <a:avLst/>
          </a:prstGeom>
          <a:noFill/>
          <a:ln/>
        </p:spPr>
        <p:txBody>
          <a:bodyPr wrap="square" lIns="0" tIns="0" rIns="0" bIns="0" rtlCol="0" anchor="ctr"/>
          <a:lstStyle/>
          <a:p>
            <a:pPr algn="ctr" indent="0" marL="0">
              <a:lnSpc>
                <a:spcPct val="101900"/>
              </a:lnSpc>
              <a:buNone/>
            </a:pPr>
            <a:r>
              <a:rPr lang="ko-KR" altLang="en-US" sz="1200" dirty="0">
                <a:solidFill>
                  <a:schemeClr val="accent5"/>
                </a:solidFill>
                <a:latin typeface="Paperlogy 5 Medium" pitchFamily="34" charset="0"/>
                <a:ea typeface="Paperlogy 5 Medium" pitchFamily="34" charset="-127"/>
                <a:cs typeface="Paperlogy 5 Medium" pitchFamily="34" charset="-120"/>
              </a:rPr>
              <a:t>10분</a:t>
            </a:r>
            <a:endParaRPr lang="ko-KR" sz="1200" dirty="0"/>
          </a:p>
        </p:txBody>
      </p:sp>
      <p:sp>
        <p:nvSpPr>
          <p:cNvPr id="21" name="Part 2 bar"/>
          <p:cNvSpPr/>
          <p:nvPr/>
        </p:nvSpPr>
        <p:spPr>
          <a:xfrm>
            <a:off x="6997700" y="3009900"/>
            <a:ext cx="4508500" cy="1066800"/>
          </a:xfrm>
          <a:prstGeom prst="roundRect">
            <a:avLst>
              <a:gd name="adj" fmla="val 14286"/>
            </a:avLst>
          </a:prstGeom>
          <a:solidFill>
            <a:schemeClr val="accent1"/>
          </a:solidFill>
          <a:ln/>
        </p:spPr>
      </p:sp>
      <p:sp>
        <p:nvSpPr>
          <p:cNvPr id="22" name="Text 18"/>
          <p:cNvSpPr txBox="1"/>
          <p:nvPr/>
        </p:nvSpPr>
        <p:spPr>
          <a:xfrm>
            <a:off x="7264400" y="3143250"/>
            <a:ext cx="3810000" cy="228600"/>
          </a:xfrm>
          <a:prstGeom prst="rect">
            <a:avLst/>
          </a:prstGeom>
          <a:noFill/>
          <a:ln/>
        </p:spPr>
        <p:txBody>
          <a:bodyPr wrap="square" lIns="0" tIns="0" rIns="0" bIns="0" rtlCol="0" anchor="ctr"/>
          <a:lstStyle/>
          <a:p>
            <a:pPr algn="l" indent="0" marL="0">
              <a:lnSpc>
                <a:spcPct val="101900"/>
              </a:lnSpc>
              <a:buNone/>
            </a:pPr>
            <a:r>
              <a:rPr lang="ko-KR" altLang="en-US" sz="1500" dirty="0">
                <a:solidFill>
                  <a:schemeClr val="accent3"/>
                </a:solidFill>
                <a:latin typeface="Paperlogy 7 Bold" pitchFamily="34" charset="0"/>
                <a:ea typeface="Paperlogy 7 Bold" pitchFamily="34" charset="-127"/>
                <a:cs typeface="Paperlogy 7 Bold" pitchFamily="34" charset="-120"/>
              </a:rPr>
              <a:t>2부  ·  15:10 ~ 16:00</a:t>
            </a:r>
            <a:endParaRPr lang="ko-KR" sz="1500" dirty="0"/>
          </a:p>
        </p:txBody>
      </p:sp>
      <p:sp>
        <p:nvSpPr>
          <p:cNvPr id="23" name="Text 19"/>
          <p:cNvSpPr txBox="1"/>
          <p:nvPr/>
        </p:nvSpPr>
        <p:spPr>
          <a:xfrm>
            <a:off x="7264400" y="3371850"/>
            <a:ext cx="4000500" cy="381000"/>
          </a:xfrm>
          <a:prstGeom prst="rect">
            <a:avLst/>
          </a:prstGeom>
          <a:noFill/>
          <a:ln/>
        </p:spPr>
        <p:txBody>
          <a:bodyPr wrap="square" lIns="0" tIns="0" rIns="0" bIns="0" rtlCol="0" anchor="ctr"/>
          <a:lstStyle/>
          <a:p>
            <a:pPr algn="l" indent="0" marL="0">
              <a:lnSpc>
                <a:spcPct val="101900"/>
              </a:lnSpc>
              <a:buNone/>
            </a:pPr>
            <a:r>
              <a:rPr lang="ko-KR" altLang="en-US" sz="2400" dirty="0">
                <a:solidFill>
                  <a:schemeClr val="bg1"/>
                </a:solidFill>
                <a:latin typeface="Paperlogy 8 ExtraBold" pitchFamily="34" charset="0"/>
                <a:ea typeface="Paperlogy 8 ExtraBold" pitchFamily="34" charset="-127"/>
                <a:cs typeface="Paperlogy 8 ExtraBold" pitchFamily="34" charset="-120"/>
              </a:rPr>
              <a:t>토론훈련</a:t>
            </a:r>
            <a:endParaRPr lang="ko-KR" sz="2400" dirty="0"/>
          </a:p>
        </p:txBody>
      </p:sp>
      <p:sp>
        <p:nvSpPr>
          <p:cNvPr id="24" name="Text 20"/>
          <p:cNvSpPr txBox="1"/>
          <p:nvPr/>
        </p:nvSpPr>
        <p:spPr>
          <a:xfrm>
            <a:off x="7264400" y="3752850"/>
            <a:ext cx="4000500" cy="228600"/>
          </a:xfrm>
          <a:prstGeom prst="rect">
            <a:avLst/>
          </a:prstGeom>
          <a:noFill/>
          <a:ln/>
        </p:spPr>
        <p:txBody>
          <a:bodyPr wrap="square" lIns="0" tIns="0" rIns="0" bIns="0" rtlCol="0" anchor="ctr"/>
          <a:lstStyle/>
          <a:p>
            <a:pPr algn="l" indent="0" marL="0">
              <a:lnSpc>
                <a:spcPct val="101900"/>
              </a:lnSpc>
              <a:buNone/>
            </a:pPr>
            <a:r>
              <a:rPr lang="ko-KR" altLang="en-US" sz="1400" dirty="0">
                <a:solidFill>
                  <a:schemeClr val="accent4"/>
                </a:solidFill>
                <a:latin typeface="Paperlogy 5 Medium" pitchFamily="34" charset="0"/>
                <a:ea typeface="Paperlogy 5 Medium" pitchFamily="34" charset="-127"/>
                <a:cs typeface="Paperlogy 5 Medium" pitchFamily="34" charset="-120"/>
              </a:rPr>
              <a:t>현장훈련 강평 · 관계기관 협업체계 개선방안 논의</a:t>
            </a:r>
            <a:endParaRPr lang="ko-KR" sz="1400" dirty="0"/>
          </a:p>
        </p:txBody>
      </p:sp>
      <p:sp>
        <p:nvSpPr>
          <p:cNvPr id="25" name="Text 21"/>
          <p:cNvSpPr txBox="1"/>
          <p:nvPr/>
        </p:nvSpPr>
        <p:spPr>
          <a:xfrm>
            <a:off x="685800" y="4114800"/>
            <a:ext cx="762000" cy="190500"/>
          </a:xfrm>
          <a:prstGeom prst="rect">
            <a:avLst/>
          </a:prstGeom>
          <a:noFill/>
          <a:ln/>
        </p:spPr>
        <p:txBody>
          <a:bodyPr wrap="square" lIns="0" tIns="0" rIns="0" bIns="0" rtlCol="0" anchor="ctr"/>
          <a:lstStyle/>
          <a:p>
            <a:pPr algn="l" indent="0" marL="0">
              <a:lnSpc>
                <a:spcPct val="101900"/>
              </a:lnSpc>
              <a:buNone/>
            </a:pPr>
            <a:r>
              <a:rPr lang="ko-KR" altLang="en-US" sz="1100" dirty="0">
                <a:solidFill>
                  <a:schemeClr val="accent5"/>
                </a:solidFill>
                <a:latin typeface="Paperlogy 5 Medium" pitchFamily="34" charset="0"/>
                <a:ea typeface="Paperlogy 5 Medium" pitchFamily="34" charset="-127"/>
                <a:cs typeface="Paperlogy 5 Medium" pitchFamily="34" charset="-120"/>
              </a:rPr>
              <a:t>14:00</a:t>
            </a:r>
            <a:endParaRPr lang="ko-KR" sz="1100" dirty="0"/>
          </a:p>
        </p:txBody>
      </p:sp>
      <p:sp>
        <p:nvSpPr>
          <p:cNvPr id="26" name="Text 22"/>
          <p:cNvSpPr txBox="1"/>
          <p:nvPr/>
        </p:nvSpPr>
        <p:spPr>
          <a:xfrm>
            <a:off x="5295900" y="4114800"/>
            <a:ext cx="762000" cy="190500"/>
          </a:xfrm>
          <a:prstGeom prst="rect">
            <a:avLst/>
          </a:prstGeom>
          <a:noFill/>
          <a:ln/>
        </p:spPr>
        <p:txBody>
          <a:bodyPr wrap="square" lIns="0" tIns="0" rIns="0" bIns="0" rtlCol="0" anchor="ctr"/>
          <a:lstStyle/>
          <a:p>
            <a:pPr algn="r" indent="0" marL="0">
              <a:lnSpc>
                <a:spcPct val="101900"/>
              </a:lnSpc>
              <a:buNone/>
            </a:pPr>
            <a:r>
              <a:rPr lang="ko-KR" altLang="en-US" sz="1100" dirty="0">
                <a:solidFill>
                  <a:schemeClr val="accent5"/>
                </a:solidFill>
                <a:latin typeface="Paperlogy 5 Medium" pitchFamily="34" charset="0"/>
                <a:ea typeface="Paperlogy 5 Medium" pitchFamily="34" charset="-127"/>
                <a:cs typeface="Paperlogy 5 Medium" pitchFamily="34" charset="-120"/>
              </a:rPr>
              <a:t>15:00</a:t>
            </a:r>
            <a:endParaRPr lang="ko-KR" sz="1100" dirty="0"/>
          </a:p>
        </p:txBody>
      </p:sp>
      <p:sp>
        <p:nvSpPr>
          <p:cNvPr id="27" name="Text 23"/>
          <p:cNvSpPr txBox="1"/>
          <p:nvPr/>
        </p:nvSpPr>
        <p:spPr>
          <a:xfrm>
            <a:off x="6997700" y="4114800"/>
            <a:ext cx="762000" cy="190500"/>
          </a:xfrm>
          <a:prstGeom prst="rect">
            <a:avLst/>
          </a:prstGeom>
          <a:noFill/>
          <a:ln/>
        </p:spPr>
        <p:txBody>
          <a:bodyPr wrap="square" lIns="0" tIns="0" rIns="0" bIns="0" rtlCol="0" anchor="ctr"/>
          <a:lstStyle/>
          <a:p>
            <a:pPr algn="l" indent="0" marL="0">
              <a:lnSpc>
                <a:spcPct val="101900"/>
              </a:lnSpc>
              <a:buNone/>
            </a:pPr>
            <a:r>
              <a:rPr lang="ko-KR" altLang="en-US" sz="1100" dirty="0">
                <a:solidFill>
                  <a:schemeClr val="accent5"/>
                </a:solidFill>
                <a:latin typeface="Paperlogy 5 Medium" pitchFamily="34" charset="0"/>
                <a:ea typeface="Paperlogy 5 Medium" pitchFamily="34" charset="-127"/>
                <a:cs typeface="Paperlogy 5 Medium" pitchFamily="34" charset="-120"/>
              </a:rPr>
              <a:t>15:10</a:t>
            </a:r>
            <a:endParaRPr lang="ko-KR" sz="1100" dirty="0"/>
          </a:p>
        </p:txBody>
      </p:sp>
      <p:sp>
        <p:nvSpPr>
          <p:cNvPr id="28" name="Text 24"/>
          <p:cNvSpPr txBox="1"/>
          <p:nvPr/>
        </p:nvSpPr>
        <p:spPr>
          <a:xfrm>
            <a:off x="10744200" y="4114800"/>
            <a:ext cx="762000" cy="190500"/>
          </a:xfrm>
          <a:prstGeom prst="rect">
            <a:avLst/>
          </a:prstGeom>
          <a:noFill/>
          <a:ln/>
        </p:spPr>
        <p:txBody>
          <a:bodyPr wrap="square" lIns="0" tIns="0" rIns="0" bIns="0" rtlCol="0" anchor="ctr"/>
          <a:lstStyle/>
          <a:p>
            <a:pPr algn="r" indent="0" marL="0">
              <a:lnSpc>
                <a:spcPct val="101900"/>
              </a:lnSpc>
              <a:buNone/>
            </a:pPr>
            <a:r>
              <a:rPr lang="ko-KR" altLang="en-US" sz="1100" dirty="0">
                <a:solidFill>
                  <a:schemeClr val="accent5"/>
                </a:solidFill>
                <a:latin typeface="Paperlogy 5 Medium" pitchFamily="34" charset="0"/>
                <a:ea typeface="Paperlogy 5 Medium" pitchFamily="34" charset="-127"/>
                <a:cs typeface="Paperlogy 5 Medium" pitchFamily="34" charset="-120"/>
              </a:rPr>
              <a:t>16:00</a:t>
            </a:r>
            <a:endParaRPr lang="ko-KR" sz="1100" dirty="0"/>
          </a:p>
        </p:txBody>
      </p:sp>
      <p:sp>
        <p:nvSpPr>
          <p:cNvPr id="29" name="Text 25"/>
          <p:cNvSpPr txBox="1"/>
          <p:nvPr/>
        </p:nvSpPr>
        <p:spPr>
          <a:xfrm>
            <a:off x="685800" y="4514850"/>
            <a:ext cx="5715000" cy="266700"/>
          </a:xfrm>
          <a:prstGeom prst="rect">
            <a:avLst/>
          </a:prstGeom>
          <a:noFill/>
          <a:ln/>
        </p:spPr>
        <p:txBody>
          <a:bodyPr wrap="square" lIns="0" tIns="0" rIns="0" bIns="0" rtlCol="0" anchor="ctr"/>
          <a:lstStyle/>
          <a:p>
            <a:pPr algn="l" indent="0" marL="0">
              <a:lnSpc>
                <a:spcPct val="101900"/>
              </a:lnSpc>
              <a:buNone/>
            </a:pPr>
            <a:r>
              <a:rPr lang="ko-KR" altLang="en-US" sz="1800" dirty="0">
                <a:solidFill>
                  <a:schemeClr val="tx1"/>
                </a:solidFill>
                <a:latin typeface="Paperlogy 7 Bold" pitchFamily="34" charset="0"/>
                <a:ea typeface="Paperlogy 7 Bold" pitchFamily="34" charset="-127"/>
                <a:cs typeface="Paperlogy 7 Bold" pitchFamily="34" charset="-120"/>
              </a:rPr>
              <a:t>토론의제</a:t>
            </a:r>
            <a:pPr algn="l" indent="0" marL="0">
              <a:lnSpc>
                <a:spcPct val="101900"/>
              </a:lnSpc>
              <a:buNone/>
            </a:pPr>
            <a:r>
              <a:rPr lang="ko-KR" altLang="en-US" sz="1400" dirty="0">
                <a:solidFill>
                  <a:schemeClr val="accent5"/>
                </a:solidFill>
                <a:latin typeface="Paperlogy 5 Medium" pitchFamily="34" charset="0"/>
                <a:ea typeface="Paperlogy 5 Medium" pitchFamily="34" charset="-127"/>
                <a:cs typeface="Paperlogy 5 Medium" pitchFamily="34" charset="-120"/>
              </a:rPr>
              <a:t>   2부 토론훈련</a:t>
            </a:r>
            <a:endParaRPr lang="ko-KR" sz="1800" dirty="0"/>
          </a:p>
        </p:txBody>
      </p:sp>
      <p:sp>
        <p:nvSpPr>
          <p:cNvPr id="30" name="Shape 26"/>
          <p:cNvSpPr/>
          <p:nvPr/>
        </p:nvSpPr>
        <p:spPr>
          <a:xfrm>
            <a:off x="685800" y="4895850"/>
            <a:ext cx="3505200" cy="1200150"/>
          </a:xfrm>
          <a:prstGeom prst="roundRect">
            <a:avLst>
              <a:gd name="adj" fmla="val 12698"/>
            </a:avLst>
          </a:prstGeom>
          <a:solidFill>
            <a:schemeClr val="bg1"/>
          </a:solidFill>
          <a:ln w="14288">
            <a:solidFill>
              <a:schemeClr val="accent6"/>
            </a:solidFill>
            <a:prstDash val="solid"/>
          </a:ln>
        </p:spPr>
      </p:sp>
      <p:sp>
        <p:nvSpPr>
          <p:cNvPr id="31" name="Text 27"/>
          <p:cNvSpPr txBox="1"/>
          <p:nvPr/>
        </p:nvSpPr>
        <p:spPr>
          <a:xfrm>
            <a:off x="914400" y="5067300"/>
            <a:ext cx="571500" cy="247650"/>
          </a:xfrm>
          <a:prstGeom prst="rect">
            <a:avLst/>
          </a:prstGeom>
          <a:noFill/>
          <a:ln/>
        </p:spPr>
        <p:txBody>
          <a:bodyPr wrap="square" lIns="0" tIns="0" rIns="0" bIns="0" rtlCol="0" anchor="ctr"/>
          <a:lstStyle/>
          <a:p>
            <a:pPr algn="l" indent="0" marL="0">
              <a:lnSpc>
                <a:spcPct val="101900"/>
              </a:lnSpc>
              <a:buNone/>
            </a:pPr>
            <a:r>
              <a:rPr lang="ko-KR" altLang="en-US" sz="1600" dirty="0">
                <a:solidFill>
                  <a:schemeClr val="accent2"/>
                </a:solidFill>
                <a:latin typeface="Paperlogy 8 ExtraBold" pitchFamily="34" charset="0"/>
                <a:ea typeface="Paperlogy 8 ExtraBold" pitchFamily="34" charset="-127"/>
                <a:cs typeface="Paperlogy 8 ExtraBold" pitchFamily="34" charset="-120"/>
              </a:rPr>
              <a:t>01</a:t>
            </a:r>
            <a:endParaRPr lang="ko-KR" sz="1600" dirty="0"/>
          </a:p>
        </p:txBody>
      </p:sp>
      <p:pic>
        <p:nvPicPr>
          <p:cNvPr id="32" name="Image 2" descr="">    </p:cNvPr>
          <p:cNvPicPr>
            <a:picLocks noChangeAspect="1"/>
          </p:cNvPicPr>
          <p:nvPr/>
        </p:nvPicPr>
        <p:blipFill>
          <a:blip r:embed="rId3"/>
          <a:stretch>
            <a:fillRect/>
          </a:stretch>
        </p:blipFill>
        <p:spPr>
          <a:xfrm>
            <a:off x="3676650" y="5067300"/>
            <a:ext cx="285750" cy="285750"/>
          </a:xfrm>
          <a:prstGeom prst="rect">
            <a:avLst/>
          </a:prstGeom>
        </p:spPr>
      </p:pic>
      <p:sp>
        <p:nvSpPr>
          <p:cNvPr id="33" name="Text 28"/>
          <p:cNvSpPr txBox="1"/>
          <p:nvPr/>
        </p:nvSpPr>
        <p:spPr>
          <a:xfrm>
            <a:off x="914400" y="5410200"/>
            <a:ext cx="3048000" cy="495300"/>
          </a:xfrm>
          <a:prstGeom prst="rect">
            <a:avLst/>
          </a:prstGeom>
          <a:noFill/>
          <a:ln/>
        </p:spPr>
        <p:txBody>
          <a:bodyPr wrap="square" lIns="0" tIns="0" rIns="0" bIns="0" rtlCol="0" anchor="ctr"/>
          <a:lstStyle/>
          <a:p>
            <a:pPr algn="l" indent="0" marL="0">
              <a:lnSpc>
                <a:spcPct val="101900"/>
              </a:lnSpc>
              <a:buNone/>
            </a:pPr>
            <a:r>
              <a:rPr lang="ko-KR" altLang="en-US" sz="2000" dirty="0">
                <a:solidFill>
                  <a:schemeClr val="tx1"/>
                </a:solidFill>
                <a:latin typeface="Paperlogy 7 Bold" pitchFamily="34" charset="0"/>
                <a:ea typeface="Paperlogy 7 Bold" pitchFamily="34" charset="-127"/>
                <a:cs typeface="Paperlogy 7 Bold" pitchFamily="34" charset="-120"/>
              </a:rPr>
              <a:t>비상대응체계 가동</a:t>
            </a:r>
            <a:endParaRPr lang="ko-KR" sz="2000" dirty="0"/>
          </a:p>
        </p:txBody>
      </p:sp>
      <p:sp>
        <p:nvSpPr>
          <p:cNvPr id="34" name="Shape 29"/>
          <p:cNvSpPr/>
          <p:nvPr/>
        </p:nvSpPr>
        <p:spPr>
          <a:xfrm>
            <a:off x="4343400" y="4895850"/>
            <a:ext cx="3505200" cy="1200150"/>
          </a:xfrm>
          <a:prstGeom prst="roundRect">
            <a:avLst>
              <a:gd name="adj" fmla="val 12698"/>
            </a:avLst>
          </a:prstGeom>
          <a:solidFill>
            <a:schemeClr val="bg1"/>
          </a:solidFill>
          <a:ln w="14288">
            <a:solidFill>
              <a:schemeClr val="accent6"/>
            </a:solidFill>
            <a:prstDash val="solid"/>
          </a:ln>
        </p:spPr>
      </p:sp>
      <p:sp>
        <p:nvSpPr>
          <p:cNvPr id="35" name="Text 30"/>
          <p:cNvSpPr txBox="1"/>
          <p:nvPr/>
        </p:nvSpPr>
        <p:spPr>
          <a:xfrm>
            <a:off x="4572000" y="5067300"/>
            <a:ext cx="571500" cy="247650"/>
          </a:xfrm>
          <a:prstGeom prst="rect">
            <a:avLst/>
          </a:prstGeom>
          <a:noFill/>
          <a:ln/>
        </p:spPr>
        <p:txBody>
          <a:bodyPr wrap="square" lIns="0" tIns="0" rIns="0" bIns="0" rtlCol="0" anchor="ctr"/>
          <a:lstStyle/>
          <a:p>
            <a:pPr algn="l" indent="0" marL="0">
              <a:lnSpc>
                <a:spcPct val="101900"/>
              </a:lnSpc>
              <a:buNone/>
            </a:pPr>
            <a:r>
              <a:rPr lang="ko-KR" altLang="en-US" sz="1600" dirty="0">
                <a:solidFill>
                  <a:schemeClr val="accent2"/>
                </a:solidFill>
                <a:latin typeface="Paperlogy 8 ExtraBold" pitchFamily="34" charset="0"/>
                <a:ea typeface="Paperlogy 8 ExtraBold" pitchFamily="34" charset="-127"/>
                <a:cs typeface="Paperlogy 8 ExtraBold" pitchFamily="34" charset="-120"/>
              </a:rPr>
              <a:t>02</a:t>
            </a:r>
            <a:endParaRPr lang="ko-KR" sz="1600" dirty="0"/>
          </a:p>
        </p:txBody>
      </p:sp>
      <p:pic>
        <p:nvPicPr>
          <p:cNvPr id="36" name="Image 3" descr="">    </p:cNvPr>
          <p:cNvPicPr>
            <a:picLocks noChangeAspect="1"/>
          </p:cNvPicPr>
          <p:nvPr/>
        </p:nvPicPr>
        <p:blipFill>
          <a:blip r:embed="rId4"/>
          <a:stretch>
            <a:fillRect/>
          </a:stretch>
        </p:blipFill>
        <p:spPr>
          <a:xfrm>
            <a:off x="7334250" y="5067300"/>
            <a:ext cx="285750" cy="285750"/>
          </a:xfrm>
          <a:prstGeom prst="rect">
            <a:avLst/>
          </a:prstGeom>
        </p:spPr>
      </p:pic>
      <p:sp>
        <p:nvSpPr>
          <p:cNvPr id="37" name="Text 31"/>
          <p:cNvSpPr txBox="1"/>
          <p:nvPr/>
        </p:nvSpPr>
        <p:spPr>
          <a:xfrm>
            <a:off x="4572000" y="5410200"/>
            <a:ext cx="3048000" cy="495300"/>
          </a:xfrm>
          <a:prstGeom prst="rect">
            <a:avLst/>
          </a:prstGeom>
          <a:noFill/>
          <a:ln/>
        </p:spPr>
        <p:txBody>
          <a:bodyPr wrap="square" lIns="0" tIns="0" rIns="0" bIns="0" rtlCol="0" anchor="ctr"/>
          <a:lstStyle/>
          <a:p>
            <a:pPr algn="l" indent="0" marL="0">
              <a:lnSpc>
                <a:spcPct val="101900"/>
              </a:lnSpc>
              <a:buNone/>
            </a:pPr>
            <a:r>
              <a:rPr lang="ko-KR" altLang="en-US" sz="2000" dirty="0">
                <a:solidFill>
                  <a:schemeClr val="tx1"/>
                </a:solidFill>
                <a:latin typeface="Paperlogy 7 Bold" pitchFamily="34" charset="0"/>
                <a:ea typeface="Paperlogy 7 Bold" pitchFamily="34" charset="-127"/>
                <a:cs typeface="Paperlogy 7 Bold" pitchFamily="34" charset="-120"/>
              </a:rPr>
              <a:t>유출 확대 시 주민보호</a:t>
            </a:r>
            <a:endParaRPr lang="ko-KR" sz="2000" dirty="0"/>
          </a:p>
        </p:txBody>
      </p:sp>
      <p:sp>
        <p:nvSpPr>
          <p:cNvPr id="38" name="Shape 32"/>
          <p:cNvSpPr/>
          <p:nvPr/>
        </p:nvSpPr>
        <p:spPr>
          <a:xfrm>
            <a:off x="8001000" y="4895850"/>
            <a:ext cx="3505200" cy="1200150"/>
          </a:xfrm>
          <a:prstGeom prst="roundRect">
            <a:avLst>
              <a:gd name="adj" fmla="val 12698"/>
            </a:avLst>
          </a:prstGeom>
          <a:solidFill>
            <a:schemeClr val="bg1"/>
          </a:solidFill>
          <a:ln w="14288">
            <a:solidFill>
              <a:schemeClr val="accent6"/>
            </a:solidFill>
            <a:prstDash val="solid"/>
          </a:ln>
        </p:spPr>
      </p:sp>
      <p:sp>
        <p:nvSpPr>
          <p:cNvPr id="39" name="Text 33"/>
          <p:cNvSpPr txBox="1"/>
          <p:nvPr/>
        </p:nvSpPr>
        <p:spPr>
          <a:xfrm>
            <a:off x="8229600" y="5067300"/>
            <a:ext cx="571500" cy="247650"/>
          </a:xfrm>
          <a:prstGeom prst="rect">
            <a:avLst/>
          </a:prstGeom>
          <a:noFill/>
          <a:ln/>
        </p:spPr>
        <p:txBody>
          <a:bodyPr wrap="square" lIns="0" tIns="0" rIns="0" bIns="0" rtlCol="0" anchor="ctr"/>
          <a:lstStyle/>
          <a:p>
            <a:pPr algn="l" indent="0" marL="0">
              <a:lnSpc>
                <a:spcPct val="101900"/>
              </a:lnSpc>
              <a:buNone/>
            </a:pPr>
            <a:r>
              <a:rPr lang="ko-KR" altLang="en-US" sz="1600" dirty="0">
                <a:solidFill>
                  <a:schemeClr val="accent2"/>
                </a:solidFill>
                <a:latin typeface="Paperlogy 8 ExtraBold" pitchFamily="34" charset="0"/>
                <a:ea typeface="Paperlogy 8 ExtraBold" pitchFamily="34" charset="-127"/>
                <a:cs typeface="Paperlogy 8 ExtraBold" pitchFamily="34" charset="-120"/>
              </a:rPr>
              <a:t>03</a:t>
            </a:r>
            <a:endParaRPr lang="ko-KR" sz="1600" dirty="0"/>
          </a:p>
        </p:txBody>
      </p:sp>
      <p:pic>
        <p:nvPicPr>
          <p:cNvPr id="40" name="Image 4" descr="">    </p:cNvPr>
          <p:cNvPicPr>
            <a:picLocks noChangeAspect="1"/>
          </p:cNvPicPr>
          <p:nvPr/>
        </p:nvPicPr>
        <p:blipFill>
          <a:blip r:embed="rId5"/>
          <a:stretch>
            <a:fillRect/>
          </a:stretch>
        </p:blipFill>
        <p:spPr>
          <a:xfrm>
            <a:off x="10991850" y="5067300"/>
            <a:ext cx="285750" cy="285750"/>
          </a:xfrm>
          <a:prstGeom prst="rect">
            <a:avLst/>
          </a:prstGeom>
        </p:spPr>
      </p:pic>
      <p:sp>
        <p:nvSpPr>
          <p:cNvPr id="41" name="Text 34"/>
          <p:cNvSpPr txBox="1"/>
          <p:nvPr/>
        </p:nvSpPr>
        <p:spPr>
          <a:xfrm>
            <a:off x="8229600" y="5410200"/>
            <a:ext cx="3048000" cy="495300"/>
          </a:xfrm>
          <a:prstGeom prst="rect">
            <a:avLst/>
          </a:prstGeom>
          <a:noFill/>
          <a:ln/>
        </p:spPr>
        <p:txBody>
          <a:bodyPr wrap="square" lIns="0" tIns="0" rIns="0" bIns="0" rtlCol="0" anchor="ctr"/>
          <a:lstStyle/>
          <a:p>
            <a:pPr algn="l" indent="0" marL="0">
              <a:lnSpc>
                <a:spcPct val="101900"/>
              </a:lnSpc>
              <a:buNone/>
            </a:pPr>
            <a:r>
              <a:rPr lang="ko-KR" altLang="en-US" sz="2000" dirty="0">
                <a:solidFill>
                  <a:schemeClr val="tx1"/>
                </a:solidFill>
                <a:latin typeface="Paperlogy 7 Bold" pitchFamily="34" charset="0"/>
                <a:ea typeface="Paperlogy 7 Bold" pitchFamily="34" charset="-127"/>
                <a:cs typeface="Paperlogy 7 Bold" pitchFamily="34" charset="-120"/>
              </a:rPr>
              <a:t>재발방지 및 협업 개선</a:t>
            </a:r>
            <a:endParaRPr lang="ko-KR" sz="2000" dirty="0"/>
          </a:p>
        </p:txBody>
      </p:sp>
      <p:sp>
        <p:nvSpPr>
          <p:cNvPr id="25" name="Slide Number Placeholder 0"/>
          <p:cNvSpPr>
            <a:spLocks noGrp="1"/>
          </p:cNvSpPr>
          <p:nvPr>
            <p:ph type="sldNum" sz="quarter" idx="4294967295"/>
          </p:nvPr>
        </p:nvSpPr>
        <p:spPr>
          <a:xfrm>
            <a:off x="10553700" y="6438900"/>
            <a:ext cx="952500" cy="1905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latin typeface="Paperlogy 6 SemiBold"/>
                <a:ea typeface="Paperlogy 6 SemiBold"/>
                <a:cs typeface="Paperlogy 6 SemiBold"/>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685800" y="666750"/>
            <a:ext cx="10820400" cy="495300"/>
          </a:xfrm>
          <a:prstGeom prst="rect">
            <a:avLst/>
          </a:prstGeom>
          <a:noFill/>
          <a:ln/>
        </p:spPr>
        <p:txBody>
          <a:bodyPr wrap="square" lIns="0" tIns="0" rIns="0" bIns="0" rtlCol="0" anchor="t"/>
          <a:lstStyle/>
          <a:p>
            <a:pPr algn="l" indent="0" marL="0">
              <a:lnSpc>
                <a:spcPct val="101900"/>
              </a:lnSpc>
              <a:buNone/>
            </a:pPr>
            <a:r>
              <a:rPr lang="ko-KR" altLang="en-US" sz="3000" spc="-50" kern="0" dirty="0">
                <a:solidFill>
                  <a:schemeClr val="tx2"/>
                </a:solidFill>
                <a:latin typeface="Paperlogy 8 ExtraBold" pitchFamily="34" charset="0"/>
                <a:ea typeface="Paperlogy 8 ExtraBold" pitchFamily="34" charset="-127"/>
                <a:cs typeface="Paperlogy 8 ExtraBold" pitchFamily="34" charset="-120"/>
              </a:rPr>
              <a:t>훈련상황 (복합재난 시나리오)</a:t>
            </a:r>
            <a:endParaRPr lang="en-US" sz="3000" dirty="0"/>
          </a:p>
        </p:txBody>
      </p:sp>
      <p:sp>
        <p:nvSpPr>
          <p:cNvPr id="3" name="Text 1"/>
          <p:cNvSpPr txBox="1"/>
          <p:nvPr/>
        </p:nvSpPr>
        <p:spPr>
          <a:xfrm>
            <a:off x="685800" y="419100"/>
            <a:ext cx="6096000" cy="209550"/>
          </a:xfrm>
          <a:prstGeom prst="rect">
            <a:avLst/>
          </a:prstGeom>
          <a:noFill/>
          <a:ln/>
        </p:spPr>
        <p:txBody>
          <a:bodyPr wrap="square" lIns="0" tIns="0" rIns="0" bIns="0" rtlCol="0" anchor="ctr"/>
          <a:lstStyle/>
          <a:p>
            <a:pPr algn="l" indent="0" marL="0">
              <a:lnSpc>
                <a:spcPct val="101900"/>
              </a:lnSpc>
              <a:buNone/>
            </a:pPr>
            <a:r>
              <a:rPr lang="ko-KR" altLang="en-US" sz="1200" dirty="0">
                <a:solidFill>
                  <a:schemeClr val="accent2"/>
                </a:solidFill>
                <a:latin typeface="Paperlogy 8 ExtraBold" pitchFamily="34" charset="0"/>
                <a:ea typeface="Paperlogy 8 ExtraBold" pitchFamily="34" charset="-127"/>
                <a:cs typeface="Paperlogy 8 ExtraBold" pitchFamily="34" charset="-120"/>
              </a:rPr>
              <a:t>03</a:t>
            </a:r>
            <a:pPr algn="l" indent="0" marL="0">
              <a:lnSpc>
                <a:spcPct val="101900"/>
              </a:lnSpc>
              <a:buNone/>
            </a:pPr>
            <a:r>
              <a:rPr lang="ko-KR" altLang="en-US" sz="1200" dirty="0">
                <a:solidFill>
                  <a:schemeClr val="accent5"/>
                </a:solidFill>
                <a:latin typeface="Paperlogy 6 SemiBold" pitchFamily="34" charset="0"/>
                <a:ea typeface="Paperlogy 6 SemiBold" pitchFamily="34" charset="-127"/>
                <a:cs typeface="Paperlogy 6 SemiBold" pitchFamily="34" charset="-120"/>
              </a:rPr>
              <a:t>   훈련개요 및 중점사항</a:t>
            </a:r>
            <a:endParaRPr lang="ko-KR" sz="1200" dirty="0"/>
          </a:p>
        </p:txBody>
      </p:sp>
      <p:sp>
        <p:nvSpPr>
          <p:cNvPr id="4" name="Text 2"/>
          <p:cNvSpPr txBox="1"/>
          <p:nvPr/>
        </p:nvSpPr>
        <p:spPr>
          <a:xfrm>
            <a:off x="685800" y="1447800"/>
            <a:ext cx="8572500" cy="266700"/>
          </a:xfrm>
          <a:prstGeom prst="rect">
            <a:avLst/>
          </a:prstGeom>
          <a:noFill/>
          <a:ln/>
        </p:spPr>
        <p:txBody>
          <a:bodyPr wrap="square" lIns="0" tIns="0" rIns="0" bIns="0" rtlCol="0" anchor="ctr"/>
          <a:lstStyle/>
          <a:p>
            <a:pPr algn="l" indent="0" marL="0">
              <a:lnSpc>
                <a:spcPct val="101900"/>
              </a:lnSpc>
              <a:buNone/>
            </a:pPr>
            <a:r>
              <a:rPr lang="ko-KR" altLang="en-US" sz="1800" dirty="0">
                <a:solidFill>
                  <a:schemeClr val="tx1"/>
                </a:solidFill>
                <a:latin typeface="Paperlogy 7 Bold" pitchFamily="34" charset="0"/>
                <a:ea typeface="Paperlogy 7 Bold" pitchFamily="34" charset="-127"/>
                <a:cs typeface="Paperlogy 7 Bold" pitchFamily="34" charset="-120"/>
              </a:rPr>
              <a:t>시나리오 전개</a:t>
            </a:r>
            <a:pPr algn="l" indent="0" marL="0">
              <a:lnSpc>
                <a:spcPct val="101900"/>
              </a:lnSpc>
              <a:buNone/>
            </a:pPr>
            <a:r>
              <a:rPr lang="ko-KR" altLang="en-US" sz="1400" dirty="0">
                <a:solidFill>
                  <a:schemeClr val="accent5"/>
                </a:solidFill>
                <a:latin typeface="Paperlogy 5 Medium" pitchFamily="34" charset="0"/>
                <a:ea typeface="Paperlogy 5 Medium" pitchFamily="34" charset="-127"/>
                <a:cs typeface="Paperlogy 5 Medium" pitchFamily="34" charset="-120"/>
              </a:rPr>
              <a:t>   터널 내 화물차 추돌 → 화학물질 누출 · 화재 → 차량 고립</a:t>
            </a:r>
            <a:endParaRPr lang="ko-KR" sz="1800" dirty="0"/>
          </a:p>
        </p:txBody>
      </p:sp>
      <p:sp>
        <p:nvSpPr>
          <p:cNvPr id="5" name="Shape 3"/>
          <p:cNvSpPr/>
          <p:nvPr/>
        </p:nvSpPr>
        <p:spPr>
          <a:xfrm>
            <a:off x="685800" y="1828800"/>
            <a:ext cx="2533650" cy="1562100"/>
          </a:xfrm>
          <a:prstGeom prst="roundRect">
            <a:avLst>
              <a:gd name="adj" fmla="val 9756"/>
            </a:avLst>
          </a:prstGeom>
          <a:solidFill>
            <a:schemeClr val="bg1"/>
          </a:solidFill>
          <a:ln w="14288">
            <a:solidFill>
              <a:schemeClr val="accent6"/>
            </a:solidFill>
            <a:prstDash val="solid"/>
          </a:ln>
        </p:spPr>
      </p:sp>
      <p:sp>
        <p:nvSpPr>
          <p:cNvPr id="6" name="Shape 4"/>
          <p:cNvSpPr/>
          <p:nvPr/>
        </p:nvSpPr>
        <p:spPr>
          <a:xfrm>
            <a:off x="895350" y="2038350"/>
            <a:ext cx="342900" cy="342900"/>
          </a:xfrm>
          <a:prstGeom prst="ellipse">
            <a:avLst/>
          </a:prstGeom>
          <a:solidFill>
            <a:schemeClr val="tx2"/>
          </a:solidFill>
          <a:ln/>
        </p:spPr>
      </p:sp>
      <p:sp>
        <p:nvSpPr>
          <p:cNvPr id="7" name="Text 5"/>
          <p:cNvSpPr txBox="1"/>
          <p:nvPr/>
        </p:nvSpPr>
        <p:spPr>
          <a:xfrm>
            <a:off x="895350" y="2038350"/>
            <a:ext cx="342900" cy="342900"/>
          </a:xfrm>
          <a:prstGeom prst="rect">
            <a:avLst/>
          </a:prstGeom>
          <a:noFill/>
          <a:ln/>
        </p:spPr>
        <p:txBody>
          <a:bodyPr wrap="square" lIns="0" tIns="0" rIns="0" bIns="0" rtlCol="0" anchor="ctr"/>
          <a:lstStyle/>
          <a:p>
            <a:pPr algn="ctr" indent="0" marL="0">
              <a:lnSpc>
                <a:spcPct val="101900"/>
              </a:lnSpc>
              <a:buNone/>
            </a:pPr>
            <a:r>
              <a:rPr lang="ko-KR" altLang="en-US" sz="1500" dirty="0">
                <a:solidFill>
                  <a:schemeClr val="bg1"/>
                </a:solidFill>
                <a:latin typeface="Paperlogy 8 ExtraBold" pitchFamily="34" charset="0"/>
                <a:ea typeface="Paperlogy 8 ExtraBold" pitchFamily="34" charset="-127"/>
                <a:cs typeface="Paperlogy 8 ExtraBold" pitchFamily="34" charset="-120"/>
              </a:rPr>
              <a:t>1</a:t>
            </a:r>
            <a:endParaRPr lang="ko-KR" sz="1500" dirty="0"/>
          </a:p>
        </p:txBody>
      </p:sp>
      <p:pic>
        <p:nvPicPr>
          <p:cNvPr id="8" name="Image 0" descr="">    </p:cNvPr>
          <p:cNvPicPr>
            <a:picLocks noChangeAspect="1"/>
          </p:cNvPicPr>
          <p:nvPr/>
        </p:nvPicPr>
        <p:blipFill>
          <a:blip r:embed="rId1"/>
          <a:stretch>
            <a:fillRect/>
          </a:stretch>
        </p:blipFill>
        <p:spPr>
          <a:xfrm>
            <a:off x="2724150" y="2066925"/>
            <a:ext cx="285750" cy="285750"/>
          </a:xfrm>
          <a:prstGeom prst="rect">
            <a:avLst/>
          </a:prstGeom>
        </p:spPr>
      </p:pic>
      <p:sp>
        <p:nvSpPr>
          <p:cNvPr id="9" name="Text 6"/>
          <p:cNvSpPr txBox="1"/>
          <p:nvPr/>
        </p:nvSpPr>
        <p:spPr>
          <a:xfrm>
            <a:off x="895350" y="2571750"/>
            <a:ext cx="2152650" cy="666750"/>
          </a:xfrm>
          <a:prstGeom prst="rect">
            <a:avLst/>
          </a:prstGeom>
          <a:noFill/>
          <a:ln/>
        </p:spPr>
        <p:txBody>
          <a:bodyPr wrap="square" lIns="0" tIns="0" rIns="0" bIns="0" rtlCol="0" anchor="t"/>
          <a:lstStyle/>
          <a:p>
            <a:pPr algn="l" indent="0" marL="0">
              <a:lnSpc>
                <a:spcPct val="114600"/>
              </a:lnSpc>
              <a:buNone/>
            </a:pPr>
            <a:r>
              <a:rPr lang="ko-KR" altLang="en-US" sz="1900" dirty="0">
                <a:solidFill>
                  <a:schemeClr val="tx1"/>
                </a:solidFill>
                <a:latin typeface="Paperlogy 7 Bold" pitchFamily="34" charset="0"/>
                <a:ea typeface="Paperlogy 7 Bold" pitchFamily="34" charset="-127"/>
                <a:cs typeface="Paperlogy 7 Bold" pitchFamily="34" charset="-120"/>
              </a:rPr>
              <a:t>졸음운전 화물차</a:t>
            </a:r>
            <a:endParaRPr lang="ko-KR" sz="1900" dirty="0"/>
          </a:p>
          <a:p>
            <a:pPr algn="l" indent="0" marL="0">
              <a:lnSpc>
                <a:spcPct val="114600"/>
              </a:lnSpc>
              <a:buNone/>
            </a:pPr>
            <a:r>
              <a:rPr lang="ko-KR" altLang="en-US" sz="1900" dirty="0">
                <a:solidFill>
                  <a:schemeClr val="tx1"/>
                </a:solidFill>
                <a:latin typeface="Paperlogy 7 Bold" pitchFamily="34" charset="0"/>
                <a:ea typeface="Paperlogy 7 Bold" pitchFamily="34" charset="-127"/>
                <a:cs typeface="Paperlogy 7 Bold" pitchFamily="34" charset="-120"/>
              </a:rPr>
              <a:t>터널 벽면 충돌</a:t>
            </a:r>
            <a:endParaRPr lang="ko-KR" sz="1900" dirty="0"/>
          </a:p>
        </p:txBody>
      </p:sp>
      <p:sp>
        <p:nvSpPr>
          <p:cNvPr id="10" name="Shape 7"/>
          <p:cNvSpPr/>
          <p:nvPr/>
        </p:nvSpPr>
        <p:spPr>
          <a:xfrm>
            <a:off x="3181350" y="2457450"/>
            <a:ext cx="304800" cy="304800"/>
          </a:xfrm>
          <a:prstGeom prst="ellipse">
            <a:avLst/>
          </a:prstGeom>
          <a:solidFill>
            <a:schemeClr val="bg1"/>
          </a:solidFill>
          <a:ln w="14288">
            <a:solidFill>
              <a:schemeClr val="accent6"/>
            </a:solidFill>
            <a:prstDash val="solid"/>
          </a:ln>
        </p:spPr>
      </p:sp>
      <p:pic>
        <p:nvPicPr>
          <p:cNvPr id="11" name="Image 1" descr="">    </p:cNvPr>
          <p:cNvPicPr>
            <a:picLocks noChangeAspect="1"/>
          </p:cNvPicPr>
          <p:nvPr/>
        </p:nvPicPr>
        <p:blipFill>
          <a:blip r:embed="rId2"/>
          <a:stretch>
            <a:fillRect/>
          </a:stretch>
        </p:blipFill>
        <p:spPr>
          <a:xfrm>
            <a:off x="3238500" y="2514600"/>
            <a:ext cx="190500" cy="190500"/>
          </a:xfrm>
          <a:prstGeom prst="rect">
            <a:avLst/>
          </a:prstGeom>
        </p:spPr>
      </p:pic>
      <p:sp>
        <p:nvSpPr>
          <p:cNvPr id="12" name="Shape 8"/>
          <p:cNvSpPr/>
          <p:nvPr/>
        </p:nvSpPr>
        <p:spPr>
          <a:xfrm>
            <a:off x="3448050" y="1828800"/>
            <a:ext cx="2533650" cy="1562100"/>
          </a:xfrm>
          <a:prstGeom prst="roundRect">
            <a:avLst>
              <a:gd name="adj" fmla="val 9756"/>
            </a:avLst>
          </a:prstGeom>
          <a:solidFill>
            <a:schemeClr val="bg1"/>
          </a:solidFill>
          <a:ln w="14288">
            <a:solidFill>
              <a:schemeClr val="accent6"/>
            </a:solidFill>
            <a:prstDash val="solid"/>
          </a:ln>
        </p:spPr>
      </p:sp>
      <p:sp>
        <p:nvSpPr>
          <p:cNvPr id="13" name="Shape 9"/>
          <p:cNvSpPr/>
          <p:nvPr/>
        </p:nvSpPr>
        <p:spPr>
          <a:xfrm>
            <a:off x="3657600" y="2038350"/>
            <a:ext cx="342900" cy="342900"/>
          </a:xfrm>
          <a:prstGeom prst="ellipse">
            <a:avLst/>
          </a:prstGeom>
          <a:solidFill>
            <a:schemeClr val="tx2"/>
          </a:solidFill>
          <a:ln/>
        </p:spPr>
      </p:sp>
      <p:sp>
        <p:nvSpPr>
          <p:cNvPr id="14" name="Text 10"/>
          <p:cNvSpPr txBox="1"/>
          <p:nvPr/>
        </p:nvSpPr>
        <p:spPr>
          <a:xfrm>
            <a:off x="3657600" y="2038350"/>
            <a:ext cx="342900" cy="342900"/>
          </a:xfrm>
          <a:prstGeom prst="rect">
            <a:avLst/>
          </a:prstGeom>
          <a:noFill/>
          <a:ln/>
        </p:spPr>
        <p:txBody>
          <a:bodyPr wrap="square" lIns="0" tIns="0" rIns="0" bIns="0" rtlCol="0" anchor="ctr"/>
          <a:lstStyle/>
          <a:p>
            <a:pPr algn="ctr" indent="0" marL="0">
              <a:lnSpc>
                <a:spcPct val="101900"/>
              </a:lnSpc>
              <a:buNone/>
            </a:pPr>
            <a:r>
              <a:rPr lang="ko-KR" altLang="en-US" sz="1500" dirty="0">
                <a:solidFill>
                  <a:schemeClr val="bg1"/>
                </a:solidFill>
                <a:latin typeface="Paperlogy 8 ExtraBold" pitchFamily="34" charset="0"/>
                <a:ea typeface="Paperlogy 8 ExtraBold" pitchFamily="34" charset="-127"/>
                <a:cs typeface="Paperlogy 8 ExtraBold" pitchFamily="34" charset="-120"/>
              </a:rPr>
              <a:t>2</a:t>
            </a:r>
            <a:endParaRPr lang="ko-KR" sz="1500" dirty="0"/>
          </a:p>
        </p:txBody>
      </p:sp>
      <p:pic>
        <p:nvPicPr>
          <p:cNvPr id="15" name="Image 2" descr="">    </p:cNvPr>
          <p:cNvPicPr>
            <a:picLocks noChangeAspect="1"/>
          </p:cNvPicPr>
          <p:nvPr/>
        </p:nvPicPr>
        <p:blipFill>
          <a:blip r:embed="rId3"/>
          <a:stretch>
            <a:fillRect/>
          </a:stretch>
        </p:blipFill>
        <p:spPr>
          <a:xfrm>
            <a:off x="5486400" y="2066925"/>
            <a:ext cx="285750" cy="285750"/>
          </a:xfrm>
          <a:prstGeom prst="rect">
            <a:avLst/>
          </a:prstGeom>
        </p:spPr>
      </p:pic>
      <p:sp>
        <p:nvSpPr>
          <p:cNvPr id="16" name="Text 11"/>
          <p:cNvSpPr txBox="1"/>
          <p:nvPr/>
        </p:nvSpPr>
        <p:spPr>
          <a:xfrm>
            <a:off x="3657600" y="2571750"/>
            <a:ext cx="2152650" cy="666750"/>
          </a:xfrm>
          <a:prstGeom prst="rect">
            <a:avLst/>
          </a:prstGeom>
          <a:noFill/>
          <a:ln/>
        </p:spPr>
        <p:txBody>
          <a:bodyPr wrap="square" lIns="0" tIns="0" rIns="0" bIns="0" rtlCol="0" anchor="t"/>
          <a:lstStyle/>
          <a:p>
            <a:pPr algn="l" indent="0" marL="0">
              <a:lnSpc>
                <a:spcPct val="114600"/>
              </a:lnSpc>
              <a:buNone/>
            </a:pPr>
            <a:r>
              <a:rPr lang="ko-KR" altLang="en-US" sz="1900" dirty="0">
                <a:solidFill>
                  <a:schemeClr val="tx1"/>
                </a:solidFill>
                <a:latin typeface="Paperlogy 7 Bold" pitchFamily="34" charset="0"/>
                <a:ea typeface="Paperlogy 7 Bold" pitchFamily="34" charset="-127"/>
                <a:cs typeface="Paperlogy 7 Bold" pitchFamily="34" charset="-120"/>
              </a:rPr>
              <a:t>탱크로리 추돌</a:t>
            </a:r>
            <a:endParaRPr lang="ko-KR" sz="1900" dirty="0"/>
          </a:p>
          <a:p>
            <a:pPr algn="l" indent="0" marL="0">
              <a:lnSpc>
                <a:spcPct val="114600"/>
              </a:lnSpc>
              <a:buNone/>
            </a:pPr>
            <a:r>
              <a:rPr lang="ko-KR" altLang="en-US" sz="1900" dirty="0">
                <a:solidFill>
                  <a:schemeClr val="tx1"/>
                </a:solidFill>
                <a:latin typeface="Paperlogy 7 Bold" pitchFamily="34" charset="0"/>
                <a:ea typeface="Paperlogy 7 Bold" pitchFamily="34" charset="-127"/>
                <a:cs typeface="Paperlogy 7 Bold" pitchFamily="34" charset="-120"/>
              </a:rPr>
              <a:t>하부 밸브 손상</a:t>
            </a:r>
            <a:endParaRPr lang="ko-KR" sz="1900" dirty="0"/>
          </a:p>
        </p:txBody>
      </p:sp>
      <p:sp>
        <p:nvSpPr>
          <p:cNvPr id="17" name="Shape 12"/>
          <p:cNvSpPr/>
          <p:nvPr/>
        </p:nvSpPr>
        <p:spPr>
          <a:xfrm>
            <a:off x="5943600" y="2457450"/>
            <a:ext cx="304800" cy="304800"/>
          </a:xfrm>
          <a:prstGeom prst="ellipse">
            <a:avLst/>
          </a:prstGeom>
          <a:solidFill>
            <a:schemeClr val="bg1"/>
          </a:solidFill>
          <a:ln w="14288">
            <a:solidFill>
              <a:schemeClr val="accent6"/>
            </a:solidFill>
            <a:prstDash val="solid"/>
          </a:ln>
        </p:spPr>
      </p:sp>
      <p:pic>
        <p:nvPicPr>
          <p:cNvPr id="18" name="Image 3" descr="">    </p:cNvPr>
          <p:cNvPicPr>
            <a:picLocks noChangeAspect="1"/>
          </p:cNvPicPr>
          <p:nvPr/>
        </p:nvPicPr>
        <p:blipFill>
          <a:blip r:embed="rId4"/>
          <a:stretch>
            <a:fillRect/>
          </a:stretch>
        </p:blipFill>
        <p:spPr>
          <a:xfrm>
            <a:off x="6000750" y="2514600"/>
            <a:ext cx="190500" cy="190500"/>
          </a:xfrm>
          <a:prstGeom prst="rect">
            <a:avLst/>
          </a:prstGeom>
        </p:spPr>
      </p:pic>
      <p:sp>
        <p:nvSpPr>
          <p:cNvPr id="19" name="Shape 13"/>
          <p:cNvSpPr/>
          <p:nvPr/>
        </p:nvSpPr>
        <p:spPr>
          <a:xfrm>
            <a:off x="6210300" y="1828800"/>
            <a:ext cx="2533650" cy="1562100"/>
          </a:xfrm>
          <a:prstGeom prst="roundRect">
            <a:avLst>
              <a:gd name="adj" fmla="val 9756"/>
            </a:avLst>
          </a:prstGeom>
          <a:solidFill>
            <a:schemeClr val="accent2">
              <a:alpha val="6000"/>
            </a:schemeClr>
          </a:solidFill>
          <a:ln w="23813">
            <a:solidFill>
              <a:schemeClr val="accent2"/>
            </a:solidFill>
            <a:prstDash val="solid"/>
          </a:ln>
        </p:spPr>
      </p:sp>
      <p:sp>
        <p:nvSpPr>
          <p:cNvPr id="20" name="Shape 14"/>
          <p:cNvSpPr/>
          <p:nvPr/>
        </p:nvSpPr>
        <p:spPr>
          <a:xfrm>
            <a:off x="6419850" y="2038350"/>
            <a:ext cx="342900" cy="342900"/>
          </a:xfrm>
          <a:prstGeom prst="ellipse">
            <a:avLst/>
          </a:prstGeom>
          <a:solidFill>
            <a:schemeClr val="accent2"/>
          </a:solidFill>
          <a:ln/>
        </p:spPr>
      </p:sp>
      <p:sp>
        <p:nvSpPr>
          <p:cNvPr id="21" name="Text 15"/>
          <p:cNvSpPr txBox="1"/>
          <p:nvPr/>
        </p:nvSpPr>
        <p:spPr>
          <a:xfrm>
            <a:off x="6419850" y="2038350"/>
            <a:ext cx="342900" cy="342900"/>
          </a:xfrm>
          <a:prstGeom prst="rect">
            <a:avLst/>
          </a:prstGeom>
          <a:noFill/>
          <a:ln/>
        </p:spPr>
        <p:txBody>
          <a:bodyPr wrap="square" lIns="0" tIns="0" rIns="0" bIns="0" rtlCol="0" anchor="ctr"/>
          <a:lstStyle/>
          <a:p>
            <a:pPr algn="ctr" indent="0" marL="0">
              <a:lnSpc>
                <a:spcPct val="101900"/>
              </a:lnSpc>
              <a:buNone/>
            </a:pPr>
            <a:r>
              <a:rPr lang="ko-KR" altLang="en-US" sz="1500" dirty="0">
                <a:solidFill>
                  <a:schemeClr val="bg1"/>
                </a:solidFill>
                <a:latin typeface="Paperlogy 8 ExtraBold" pitchFamily="34" charset="0"/>
                <a:ea typeface="Paperlogy 8 ExtraBold" pitchFamily="34" charset="-127"/>
                <a:cs typeface="Paperlogy 8 ExtraBold" pitchFamily="34" charset="-120"/>
              </a:rPr>
              <a:t>3</a:t>
            </a:r>
            <a:endParaRPr lang="ko-KR" sz="1500" dirty="0"/>
          </a:p>
        </p:txBody>
      </p:sp>
      <p:pic>
        <p:nvPicPr>
          <p:cNvPr id="22" name="Image 4" descr="">    </p:cNvPr>
          <p:cNvPicPr>
            <a:picLocks noChangeAspect="1"/>
          </p:cNvPicPr>
          <p:nvPr/>
        </p:nvPicPr>
        <p:blipFill>
          <a:blip r:embed="rId5"/>
          <a:stretch>
            <a:fillRect/>
          </a:stretch>
        </p:blipFill>
        <p:spPr>
          <a:xfrm>
            <a:off x="8248650" y="2066925"/>
            <a:ext cx="285750" cy="285750"/>
          </a:xfrm>
          <a:prstGeom prst="rect">
            <a:avLst/>
          </a:prstGeom>
        </p:spPr>
      </p:pic>
      <p:sp>
        <p:nvSpPr>
          <p:cNvPr id="23" name="Text 16"/>
          <p:cNvSpPr txBox="1"/>
          <p:nvPr/>
        </p:nvSpPr>
        <p:spPr>
          <a:xfrm>
            <a:off x="6419850" y="2571750"/>
            <a:ext cx="2152650" cy="666750"/>
          </a:xfrm>
          <a:prstGeom prst="rect">
            <a:avLst/>
          </a:prstGeom>
          <a:noFill/>
          <a:ln/>
        </p:spPr>
        <p:txBody>
          <a:bodyPr wrap="square" lIns="0" tIns="0" rIns="0" bIns="0" rtlCol="0" anchor="t"/>
          <a:lstStyle/>
          <a:p>
            <a:pPr algn="l" indent="0" marL="0">
              <a:lnSpc>
                <a:spcPct val="114600"/>
              </a:lnSpc>
              <a:buNone/>
            </a:pPr>
            <a:r>
              <a:rPr lang="ko-KR" altLang="en-US" sz="1900" dirty="0">
                <a:solidFill>
                  <a:schemeClr val="tx1"/>
                </a:solidFill>
                <a:latin typeface="Paperlogy 7 Bold" pitchFamily="34" charset="0"/>
                <a:ea typeface="Paperlogy 7 Bold" pitchFamily="34" charset="-127"/>
                <a:cs typeface="Paperlogy 7 Bold" pitchFamily="34" charset="-120"/>
              </a:rPr>
              <a:t>벤젠 약 20L 누출</a:t>
            </a:r>
            <a:endParaRPr lang="ko-KR" sz="1900" dirty="0"/>
          </a:p>
          <a:p>
            <a:pPr algn="l" indent="0" marL="0">
              <a:lnSpc>
                <a:spcPct val="114600"/>
              </a:lnSpc>
              <a:buNone/>
            </a:pPr>
            <a:r>
              <a:rPr lang="ko-KR" altLang="en-US" sz="1900" dirty="0">
                <a:solidFill>
                  <a:schemeClr val="tx1"/>
                </a:solidFill>
                <a:latin typeface="Paperlogy 7 Bold" pitchFamily="34" charset="0"/>
                <a:ea typeface="Paperlogy 7 Bold" pitchFamily="34" charset="-127"/>
                <a:cs typeface="Paperlogy 7 Bold" pitchFamily="34" charset="-120"/>
              </a:rPr>
              <a:t>증기 착화 · 화재</a:t>
            </a:r>
            <a:endParaRPr lang="ko-KR" sz="1900" dirty="0"/>
          </a:p>
        </p:txBody>
      </p:sp>
      <p:sp>
        <p:nvSpPr>
          <p:cNvPr id="24" name="Shape 17"/>
          <p:cNvSpPr/>
          <p:nvPr/>
        </p:nvSpPr>
        <p:spPr>
          <a:xfrm>
            <a:off x="8705850" y="2457450"/>
            <a:ext cx="304800" cy="304800"/>
          </a:xfrm>
          <a:prstGeom prst="ellipse">
            <a:avLst/>
          </a:prstGeom>
          <a:solidFill>
            <a:schemeClr val="bg1"/>
          </a:solidFill>
          <a:ln w="14288">
            <a:solidFill>
              <a:schemeClr val="accent6"/>
            </a:solidFill>
            <a:prstDash val="solid"/>
          </a:ln>
        </p:spPr>
      </p:sp>
      <p:pic>
        <p:nvPicPr>
          <p:cNvPr id="25" name="Image 5" descr="">    </p:cNvPr>
          <p:cNvPicPr>
            <a:picLocks noChangeAspect="1"/>
          </p:cNvPicPr>
          <p:nvPr/>
        </p:nvPicPr>
        <p:blipFill>
          <a:blip r:embed="rId6"/>
          <a:stretch>
            <a:fillRect/>
          </a:stretch>
        </p:blipFill>
        <p:spPr>
          <a:xfrm>
            <a:off x="8763000" y="2514600"/>
            <a:ext cx="190500" cy="190500"/>
          </a:xfrm>
          <a:prstGeom prst="rect">
            <a:avLst/>
          </a:prstGeom>
        </p:spPr>
      </p:pic>
      <p:sp>
        <p:nvSpPr>
          <p:cNvPr id="26" name="Shape 18"/>
          <p:cNvSpPr/>
          <p:nvPr/>
        </p:nvSpPr>
        <p:spPr>
          <a:xfrm>
            <a:off x="8972550" y="1828800"/>
            <a:ext cx="2533650" cy="1562100"/>
          </a:xfrm>
          <a:prstGeom prst="roundRect">
            <a:avLst>
              <a:gd name="adj" fmla="val 9756"/>
            </a:avLst>
          </a:prstGeom>
          <a:solidFill>
            <a:schemeClr val="bg1"/>
          </a:solidFill>
          <a:ln w="14288">
            <a:solidFill>
              <a:schemeClr val="accent6"/>
            </a:solidFill>
            <a:prstDash val="solid"/>
          </a:ln>
        </p:spPr>
      </p:sp>
      <p:sp>
        <p:nvSpPr>
          <p:cNvPr id="27" name="Shape 19"/>
          <p:cNvSpPr/>
          <p:nvPr/>
        </p:nvSpPr>
        <p:spPr>
          <a:xfrm>
            <a:off x="9182100" y="2038350"/>
            <a:ext cx="342900" cy="342900"/>
          </a:xfrm>
          <a:prstGeom prst="ellipse">
            <a:avLst/>
          </a:prstGeom>
          <a:solidFill>
            <a:schemeClr val="tx2"/>
          </a:solidFill>
          <a:ln/>
        </p:spPr>
      </p:sp>
      <p:sp>
        <p:nvSpPr>
          <p:cNvPr id="28" name="Text 20"/>
          <p:cNvSpPr txBox="1"/>
          <p:nvPr/>
        </p:nvSpPr>
        <p:spPr>
          <a:xfrm>
            <a:off x="9182100" y="2038350"/>
            <a:ext cx="342900" cy="342900"/>
          </a:xfrm>
          <a:prstGeom prst="rect">
            <a:avLst/>
          </a:prstGeom>
          <a:noFill/>
          <a:ln/>
        </p:spPr>
        <p:txBody>
          <a:bodyPr wrap="square" lIns="0" tIns="0" rIns="0" bIns="0" rtlCol="0" anchor="ctr"/>
          <a:lstStyle/>
          <a:p>
            <a:pPr algn="ctr" indent="0" marL="0">
              <a:lnSpc>
                <a:spcPct val="101900"/>
              </a:lnSpc>
              <a:buNone/>
            </a:pPr>
            <a:r>
              <a:rPr lang="ko-KR" altLang="en-US" sz="1500" dirty="0">
                <a:solidFill>
                  <a:schemeClr val="bg1"/>
                </a:solidFill>
                <a:latin typeface="Paperlogy 8 ExtraBold" pitchFamily="34" charset="0"/>
                <a:ea typeface="Paperlogy 8 ExtraBold" pitchFamily="34" charset="-127"/>
                <a:cs typeface="Paperlogy 8 ExtraBold" pitchFamily="34" charset="-120"/>
              </a:rPr>
              <a:t>4</a:t>
            </a:r>
            <a:endParaRPr lang="ko-KR" sz="1500" dirty="0"/>
          </a:p>
        </p:txBody>
      </p:sp>
      <p:pic>
        <p:nvPicPr>
          <p:cNvPr id="29" name="Image 6" descr="">    </p:cNvPr>
          <p:cNvPicPr>
            <a:picLocks noChangeAspect="1"/>
          </p:cNvPicPr>
          <p:nvPr/>
        </p:nvPicPr>
        <p:blipFill>
          <a:blip r:embed="rId7"/>
          <a:stretch>
            <a:fillRect/>
          </a:stretch>
        </p:blipFill>
        <p:spPr>
          <a:xfrm>
            <a:off x="11010900" y="2066925"/>
            <a:ext cx="285750" cy="285750"/>
          </a:xfrm>
          <a:prstGeom prst="rect">
            <a:avLst/>
          </a:prstGeom>
        </p:spPr>
      </p:pic>
      <p:sp>
        <p:nvSpPr>
          <p:cNvPr id="30" name="Text 21"/>
          <p:cNvSpPr txBox="1"/>
          <p:nvPr/>
        </p:nvSpPr>
        <p:spPr>
          <a:xfrm>
            <a:off x="9182100" y="2571750"/>
            <a:ext cx="2152650" cy="666750"/>
          </a:xfrm>
          <a:prstGeom prst="rect">
            <a:avLst/>
          </a:prstGeom>
          <a:noFill/>
          <a:ln/>
        </p:spPr>
        <p:txBody>
          <a:bodyPr wrap="square" lIns="0" tIns="0" rIns="0" bIns="0" rtlCol="0" anchor="t"/>
          <a:lstStyle/>
          <a:p>
            <a:pPr algn="l" indent="0" marL="0">
              <a:lnSpc>
                <a:spcPct val="114600"/>
              </a:lnSpc>
              <a:buNone/>
            </a:pPr>
            <a:r>
              <a:rPr lang="ko-KR" altLang="en-US" sz="1900" dirty="0">
                <a:solidFill>
                  <a:schemeClr val="tx1"/>
                </a:solidFill>
                <a:latin typeface="Paperlogy 7 Bold" pitchFamily="34" charset="0"/>
                <a:ea typeface="Paperlogy 7 Bold" pitchFamily="34" charset="-127"/>
                <a:cs typeface="Paperlogy 7 Bold" pitchFamily="34" charset="-120"/>
              </a:rPr>
              <a:t>초등학생 승합차량</a:t>
            </a:r>
            <a:endParaRPr lang="ko-KR" sz="1900" dirty="0"/>
          </a:p>
          <a:p>
            <a:pPr algn="l" indent="0" marL="0">
              <a:lnSpc>
                <a:spcPct val="114600"/>
              </a:lnSpc>
              <a:buNone/>
            </a:pPr>
            <a:r>
              <a:rPr lang="ko-KR" altLang="en-US" sz="1900" dirty="0">
                <a:solidFill>
                  <a:schemeClr val="tx1"/>
                </a:solidFill>
                <a:latin typeface="Paperlogy 7 Bold" pitchFamily="34" charset="0"/>
                <a:ea typeface="Paperlogy 7 Bold" pitchFamily="34" charset="-127"/>
                <a:cs typeface="Paperlogy 7 Bold" pitchFamily="34" charset="-120"/>
              </a:rPr>
              <a:t>급정지 · 고립</a:t>
            </a:r>
            <a:endParaRPr lang="ko-KR" sz="1900" dirty="0"/>
          </a:p>
        </p:txBody>
      </p:sp>
      <p:sp>
        <p:nvSpPr>
          <p:cNvPr id="31" name="Text 22"/>
          <p:cNvSpPr txBox="1"/>
          <p:nvPr/>
        </p:nvSpPr>
        <p:spPr>
          <a:xfrm>
            <a:off x="685800" y="3657600"/>
            <a:ext cx="5715000" cy="266700"/>
          </a:xfrm>
          <a:prstGeom prst="rect">
            <a:avLst/>
          </a:prstGeom>
          <a:noFill/>
          <a:ln/>
        </p:spPr>
        <p:txBody>
          <a:bodyPr wrap="square" lIns="0" tIns="0" rIns="0" bIns="0" rtlCol="0" anchor="ctr"/>
          <a:lstStyle/>
          <a:p>
            <a:pPr algn="l" indent="0" marL="0">
              <a:lnSpc>
                <a:spcPct val="101900"/>
              </a:lnSpc>
              <a:buNone/>
            </a:pPr>
            <a:r>
              <a:rPr lang="ko-KR" altLang="en-US" sz="1800" dirty="0">
                <a:solidFill>
                  <a:schemeClr val="tx1"/>
                </a:solidFill>
                <a:latin typeface="Paperlogy 7 Bold" pitchFamily="34" charset="0"/>
                <a:ea typeface="Paperlogy 7 Bold" pitchFamily="34" charset="-127"/>
                <a:cs typeface="Paperlogy 7 Bold" pitchFamily="34" charset="-120"/>
              </a:rPr>
              <a:t>가상 인명피해</a:t>
            </a:r>
            <a:pPr algn="l" indent="0" marL="0">
              <a:lnSpc>
                <a:spcPct val="101900"/>
              </a:lnSpc>
              <a:buNone/>
            </a:pPr>
            <a:r>
              <a:rPr lang="ko-KR" altLang="en-US" sz="1400" dirty="0">
                <a:solidFill>
                  <a:schemeClr val="accent5"/>
                </a:solidFill>
                <a:latin typeface="Paperlogy 5 Medium" pitchFamily="34" charset="0"/>
                <a:ea typeface="Paperlogy 5 Medium" pitchFamily="34" charset="-127"/>
                <a:cs typeface="Paperlogy 5 Medium" pitchFamily="34" charset="-120"/>
              </a:rPr>
              <a:t>   시나리오 기준</a:t>
            </a:r>
            <a:endParaRPr lang="ko-KR" sz="1800" dirty="0"/>
          </a:p>
        </p:txBody>
      </p:sp>
      <p:sp>
        <p:nvSpPr>
          <p:cNvPr id="32" name="Shape 23"/>
          <p:cNvSpPr/>
          <p:nvPr/>
        </p:nvSpPr>
        <p:spPr>
          <a:xfrm>
            <a:off x="685800" y="4038600"/>
            <a:ext cx="2085975" cy="2057400"/>
          </a:xfrm>
          <a:prstGeom prst="roundRect">
            <a:avLst>
              <a:gd name="adj" fmla="val 8333"/>
            </a:avLst>
          </a:prstGeom>
          <a:solidFill>
            <a:schemeClr val="bg2"/>
          </a:solidFill>
          <a:ln/>
        </p:spPr>
      </p:sp>
      <p:sp>
        <p:nvSpPr>
          <p:cNvPr id="33" name="Text 24"/>
          <p:cNvSpPr txBox="1"/>
          <p:nvPr/>
        </p:nvSpPr>
        <p:spPr>
          <a:xfrm>
            <a:off x="914400" y="4248150"/>
            <a:ext cx="1714500" cy="247650"/>
          </a:xfrm>
          <a:prstGeom prst="rect">
            <a:avLst/>
          </a:prstGeom>
          <a:noFill/>
          <a:ln/>
        </p:spPr>
        <p:txBody>
          <a:bodyPr wrap="square" lIns="0" tIns="0" rIns="0" bIns="0" rtlCol="0" anchor="ctr"/>
          <a:lstStyle/>
          <a:p>
            <a:pPr algn="l" indent="0" marL="0">
              <a:lnSpc>
                <a:spcPct val="101900"/>
              </a:lnSpc>
              <a:buNone/>
            </a:pPr>
            <a:r>
              <a:rPr lang="ko-KR" altLang="en-US" sz="1500" dirty="0">
                <a:solidFill>
                  <a:schemeClr val="accent2"/>
                </a:solidFill>
                <a:latin typeface="Paperlogy 7 Bold" pitchFamily="34" charset="0"/>
                <a:ea typeface="Paperlogy 7 Bold" pitchFamily="34" charset="-127"/>
                <a:cs typeface="Paperlogy 7 Bold" pitchFamily="34" charset="-120"/>
              </a:rPr>
              <a:t>중상</a:t>
            </a:r>
            <a:endParaRPr lang="ko-KR" sz="1500" dirty="0"/>
          </a:p>
        </p:txBody>
      </p:sp>
      <p:sp>
        <p:nvSpPr>
          <p:cNvPr id="34" name="Text 25"/>
          <p:cNvSpPr txBox="1"/>
          <p:nvPr/>
        </p:nvSpPr>
        <p:spPr>
          <a:xfrm>
            <a:off x="914400" y="4610100"/>
            <a:ext cx="1714500" cy="876300"/>
          </a:xfrm>
          <a:prstGeom prst="rect">
            <a:avLst/>
          </a:prstGeom>
          <a:noFill/>
          <a:ln/>
        </p:spPr>
        <p:txBody>
          <a:bodyPr wrap="square" lIns="0" tIns="0" rIns="0" bIns="0" rtlCol="0" anchor="ctr"/>
          <a:lstStyle/>
          <a:p>
            <a:pPr algn="l" indent="0" marL="0">
              <a:lnSpc>
                <a:spcPct val="84900"/>
              </a:lnSpc>
              <a:buNone/>
            </a:pPr>
            <a:r>
              <a:rPr lang="ko-KR" altLang="en-US" sz="6000" dirty="0">
                <a:solidFill>
                  <a:schemeClr val="tx2"/>
                </a:solidFill>
                <a:latin typeface="Paperlogy 8 ExtraBold" pitchFamily="34" charset="0"/>
                <a:ea typeface="Paperlogy 8 ExtraBold" pitchFamily="34" charset="-127"/>
                <a:cs typeface="Paperlogy 8 ExtraBold" pitchFamily="34" charset="-120"/>
              </a:rPr>
              <a:t>2</a:t>
            </a:r>
            <a:pPr algn="l" indent="0" marL="0">
              <a:lnSpc>
                <a:spcPct val="84900"/>
              </a:lnSpc>
              <a:buNone/>
            </a:pPr>
            <a:r>
              <a:rPr lang="ko-KR" altLang="en-US" sz="2400" dirty="0">
                <a:solidFill>
                  <a:schemeClr val="tx2"/>
                </a:solidFill>
                <a:latin typeface="Paperlogy 7 Bold" pitchFamily="34" charset="0"/>
                <a:ea typeface="Paperlogy 7 Bold" pitchFamily="34" charset="-127"/>
                <a:cs typeface="Paperlogy 7 Bold" pitchFamily="34" charset="-120"/>
              </a:rPr>
              <a:t>명</a:t>
            </a:r>
            <a:endParaRPr lang="ko-KR" sz="1400" dirty="0"/>
          </a:p>
        </p:txBody>
      </p:sp>
      <p:sp>
        <p:nvSpPr>
          <p:cNvPr id="35" name="Text 26"/>
          <p:cNvSpPr txBox="1"/>
          <p:nvPr/>
        </p:nvSpPr>
        <p:spPr>
          <a:xfrm>
            <a:off x="914400" y="5619750"/>
            <a:ext cx="1714500" cy="266700"/>
          </a:xfrm>
          <a:prstGeom prst="rect">
            <a:avLst/>
          </a:prstGeom>
          <a:noFill/>
          <a:ln/>
        </p:spPr>
        <p:txBody>
          <a:bodyPr wrap="square" lIns="0" tIns="0" rIns="0" bIns="0" rtlCol="0" anchor="ctr"/>
          <a:lstStyle/>
          <a:p>
            <a:pPr algn="l" indent="0" marL="0">
              <a:lnSpc>
                <a:spcPct val="101900"/>
              </a:lnSpc>
              <a:buNone/>
            </a:pPr>
            <a:r>
              <a:rPr lang="ko-KR" altLang="en-US" sz="1600" dirty="0">
                <a:solidFill>
                  <a:schemeClr val="accent5"/>
                </a:solidFill>
                <a:latin typeface="Paperlogy 5 Medium" pitchFamily="34" charset="0"/>
                <a:ea typeface="Paperlogy 5 Medium" pitchFamily="34" charset="-127"/>
                <a:cs typeface="Paperlogy 5 Medium" pitchFamily="34" charset="-120"/>
              </a:rPr>
              <a:t>화물차 운전자</a:t>
            </a:r>
            <a:endParaRPr lang="ko-KR" sz="1600" dirty="0"/>
          </a:p>
        </p:txBody>
      </p:sp>
      <p:sp>
        <p:nvSpPr>
          <p:cNvPr id="36" name="Shape 27"/>
          <p:cNvSpPr/>
          <p:nvPr/>
        </p:nvSpPr>
        <p:spPr>
          <a:xfrm>
            <a:off x="2924175" y="4038600"/>
            <a:ext cx="2085975" cy="2057400"/>
          </a:xfrm>
          <a:prstGeom prst="roundRect">
            <a:avLst>
              <a:gd name="adj" fmla="val 8333"/>
            </a:avLst>
          </a:prstGeom>
          <a:solidFill>
            <a:schemeClr val="bg2"/>
          </a:solidFill>
          <a:ln/>
        </p:spPr>
      </p:sp>
      <p:sp>
        <p:nvSpPr>
          <p:cNvPr id="37" name="Text 28"/>
          <p:cNvSpPr txBox="1"/>
          <p:nvPr/>
        </p:nvSpPr>
        <p:spPr>
          <a:xfrm>
            <a:off x="3152775" y="4248150"/>
            <a:ext cx="1714500" cy="247650"/>
          </a:xfrm>
          <a:prstGeom prst="rect">
            <a:avLst/>
          </a:prstGeom>
          <a:noFill/>
          <a:ln/>
        </p:spPr>
        <p:txBody>
          <a:bodyPr wrap="square" lIns="0" tIns="0" rIns="0" bIns="0" rtlCol="0" anchor="ctr"/>
          <a:lstStyle/>
          <a:p>
            <a:pPr algn="l" indent="0" marL="0">
              <a:lnSpc>
                <a:spcPct val="101900"/>
              </a:lnSpc>
              <a:buNone/>
            </a:pPr>
            <a:r>
              <a:rPr lang="ko-KR" altLang="en-US" sz="1500" dirty="0">
                <a:solidFill>
                  <a:schemeClr val="accent1"/>
                </a:solidFill>
                <a:latin typeface="Paperlogy 7 Bold" pitchFamily="34" charset="0"/>
                <a:ea typeface="Paperlogy 7 Bold" pitchFamily="34" charset="-127"/>
                <a:cs typeface="Paperlogy 7 Bold" pitchFamily="34" charset="-120"/>
              </a:rPr>
              <a:t>경상 (연기흡입)</a:t>
            </a:r>
            <a:endParaRPr lang="ko-KR" sz="1500" dirty="0"/>
          </a:p>
        </p:txBody>
      </p:sp>
      <p:sp>
        <p:nvSpPr>
          <p:cNvPr id="38" name="Text 29"/>
          <p:cNvSpPr txBox="1"/>
          <p:nvPr/>
        </p:nvSpPr>
        <p:spPr>
          <a:xfrm>
            <a:off x="3152775" y="4610100"/>
            <a:ext cx="1714500" cy="876300"/>
          </a:xfrm>
          <a:prstGeom prst="rect">
            <a:avLst/>
          </a:prstGeom>
          <a:noFill/>
          <a:ln/>
        </p:spPr>
        <p:txBody>
          <a:bodyPr wrap="square" lIns="0" tIns="0" rIns="0" bIns="0" rtlCol="0" anchor="ctr"/>
          <a:lstStyle/>
          <a:p>
            <a:pPr algn="l" indent="0" marL="0">
              <a:lnSpc>
                <a:spcPct val="84900"/>
              </a:lnSpc>
              <a:buNone/>
            </a:pPr>
            <a:r>
              <a:rPr lang="ko-KR" altLang="en-US" sz="6000" dirty="0">
                <a:solidFill>
                  <a:schemeClr val="tx2"/>
                </a:solidFill>
                <a:latin typeface="Paperlogy 8 ExtraBold" pitchFamily="34" charset="0"/>
                <a:ea typeface="Paperlogy 8 ExtraBold" pitchFamily="34" charset="-127"/>
                <a:cs typeface="Paperlogy 8 ExtraBold" pitchFamily="34" charset="-120"/>
              </a:rPr>
              <a:t>3</a:t>
            </a:r>
            <a:pPr algn="l" indent="0" marL="0">
              <a:lnSpc>
                <a:spcPct val="84900"/>
              </a:lnSpc>
              <a:buNone/>
            </a:pPr>
            <a:r>
              <a:rPr lang="ko-KR" altLang="en-US" sz="2400" dirty="0">
                <a:solidFill>
                  <a:schemeClr val="tx2"/>
                </a:solidFill>
                <a:latin typeface="Paperlogy 7 Bold" pitchFamily="34" charset="0"/>
                <a:ea typeface="Paperlogy 7 Bold" pitchFamily="34" charset="-127"/>
                <a:cs typeface="Paperlogy 7 Bold" pitchFamily="34" charset="-120"/>
              </a:rPr>
              <a:t>명</a:t>
            </a:r>
            <a:endParaRPr lang="ko-KR" sz="1400" dirty="0"/>
          </a:p>
        </p:txBody>
      </p:sp>
      <p:sp>
        <p:nvSpPr>
          <p:cNvPr id="39" name="Text 30"/>
          <p:cNvSpPr txBox="1"/>
          <p:nvPr/>
        </p:nvSpPr>
        <p:spPr>
          <a:xfrm>
            <a:off x="3152775" y="5619750"/>
            <a:ext cx="1714500" cy="266700"/>
          </a:xfrm>
          <a:prstGeom prst="rect">
            <a:avLst/>
          </a:prstGeom>
          <a:noFill/>
          <a:ln/>
        </p:spPr>
        <p:txBody>
          <a:bodyPr wrap="square" lIns="0" tIns="0" rIns="0" bIns="0" rtlCol="0" anchor="ctr"/>
          <a:lstStyle/>
          <a:p>
            <a:pPr algn="l" indent="0" marL="0">
              <a:lnSpc>
                <a:spcPct val="101900"/>
              </a:lnSpc>
              <a:buNone/>
            </a:pPr>
            <a:r>
              <a:rPr lang="ko-KR" altLang="en-US" sz="1600" dirty="0">
                <a:solidFill>
                  <a:schemeClr val="accent5"/>
                </a:solidFill>
                <a:latin typeface="Paperlogy 5 Medium" pitchFamily="34" charset="0"/>
                <a:ea typeface="Paperlogy 5 Medium" pitchFamily="34" charset="-127"/>
                <a:cs typeface="Paperlogy 5 Medium" pitchFamily="34" charset="-120"/>
              </a:rPr>
              <a:t>승합차량 인솔자</a:t>
            </a:r>
            <a:endParaRPr lang="ko-KR" sz="1600" dirty="0"/>
          </a:p>
        </p:txBody>
      </p:sp>
      <p:sp>
        <p:nvSpPr>
          <p:cNvPr id="40" name="Shape 31"/>
          <p:cNvSpPr/>
          <p:nvPr/>
        </p:nvSpPr>
        <p:spPr>
          <a:xfrm>
            <a:off x="5162550" y="4038600"/>
            <a:ext cx="2085975" cy="2057400"/>
          </a:xfrm>
          <a:prstGeom prst="roundRect">
            <a:avLst>
              <a:gd name="adj" fmla="val 8333"/>
            </a:avLst>
          </a:prstGeom>
          <a:solidFill>
            <a:schemeClr val="bg2"/>
          </a:solidFill>
          <a:ln/>
        </p:spPr>
      </p:sp>
      <p:sp>
        <p:nvSpPr>
          <p:cNvPr id="41" name="Text 32"/>
          <p:cNvSpPr txBox="1"/>
          <p:nvPr/>
        </p:nvSpPr>
        <p:spPr>
          <a:xfrm>
            <a:off x="5391150" y="4248150"/>
            <a:ext cx="1714500" cy="247650"/>
          </a:xfrm>
          <a:prstGeom prst="rect">
            <a:avLst/>
          </a:prstGeom>
          <a:noFill/>
          <a:ln/>
        </p:spPr>
        <p:txBody>
          <a:bodyPr wrap="square" lIns="0" tIns="0" rIns="0" bIns="0" rtlCol="0" anchor="ctr"/>
          <a:lstStyle/>
          <a:p>
            <a:pPr algn="l" indent="0" marL="0">
              <a:lnSpc>
                <a:spcPct val="101900"/>
              </a:lnSpc>
              <a:buNone/>
            </a:pPr>
            <a:r>
              <a:rPr lang="ko-KR" altLang="en-US" sz="1500" dirty="0">
                <a:solidFill>
                  <a:schemeClr val="accent1"/>
                </a:solidFill>
                <a:latin typeface="Paperlogy 7 Bold" pitchFamily="34" charset="0"/>
                <a:ea typeface="Paperlogy 7 Bold" pitchFamily="34" charset="-127"/>
                <a:cs typeface="Paperlogy 7 Bold" pitchFamily="34" charset="-120"/>
              </a:rPr>
              <a:t>긴급 대피</a:t>
            </a:r>
            <a:endParaRPr lang="ko-KR" sz="1500" dirty="0"/>
          </a:p>
        </p:txBody>
      </p:sp>
      <p:sp>
        <p:nvSpPr>
          <p:cNvPr id="42" name="Text 33"/>
          <p:cNvSpPr txBox="1"/>
          <p:nvPr/>
        </p:nvSpPr>
        <p:spPr>
          <a:xfrm>
            <a:off x="5391150" y="4610100"/>
            <a:ext cx="1714500" cy="876300"/>
          </a:xfrm>
          <a:prstGeom prst="rect">
            <a:avLst/>
          </a:prstGeom>
          <a:noFill/>
          <a:ln/>
        </p:spPr>
        <p:txBody>
          <a:bodyPr wrap="square" lIns="0" tIns="0" rIns="0" bIns="0" rtlCol="0" anchor="ctr"/>
          <a:lstStyle/>
          <a:p>
            <a:pPr algn="l" indent="0" marL="0">
              <a:lnSpc>
                <a:spcPct val="84900"/>
              </a:lnSpc>
              <a:buNone/>
            </a:pPr>
            <a:r>
              <a:rPr lang="ko-KR" altLang="en-US" sz="6000" dirty="0">
                <a:solidFill>
                  <a:schemeClr val="tx2"/>
                </a:solidFill>
                <a:latin typeface="Paperlogy 8 ExtraBold" pitchFamily="34" charset="0"/>
                <a:ea typeface="Paperlogy 8 ExtraBold" pitchFamily="34" charset="-127"/>
                <a:cs typeface="Paperlogy 8 ExtraBold" pitchFamily="34" charset="-120"/>
              </a:rPr>
              <a:t>23</a:t>
            </a:r>
            <a:pPr algn="l" indent="0" marL="0">
              <a:lnSpc>
                <a:spcPct val="84900"/>
              </a:lnSpc>
              <a:buNone/>
            </a:pPr>
            <a:r>
              <a:rPr lang="ko-KR" altLang="en-US" sz="2400" dirty="0">
                <a:solidFill>
                  <a:schemeClr val="tx2"/>
                </a:solidFill>
                <a:latin typeface="Paperlogy 7 Bold" pitchFamily="34" charset="0"/>
                <a:ea typeface="Paperlogy 7 Bold" pitchFamily="34" charset="-127"/>
                <a:cs typeface="Paperlogy 7 Bold" pitchFamily="34" charset="-120"/>
              </a:rPr>
              <a:t>명</a:t>
            </a:r>
            <a:endParaRPr lang="ko-KR" sz="1400" dirty="0"/>
          </a:p>
        </p:txBody>
      </p:sp>
      <p:sp>
        <p:nvSpPr>
          <p:cNvPr id="43" name="Text 34"/>
          <p:cNvSpPr txBox="1"/>
          <p:nvPr/>
        </p:nvSpPr>
        <p:spPr>
          <a:xfrm>
            <a:off x="5391150" y="5619750"/>
            <a:ext cx="1714500" cy="266700"/>
          </a:xfrm>
          <a:prstGeom prst="rect">
            <a:avLst/>
          </a:prstGeom>
          <a:noFill/>
          <a:ln/>
        </p:spPr>
        <p:txBody>
          <a:bodyPr wrap="square" lIns="0" tIns="0" rIns="0" bIns="0" rtlCol="0" anchor="ctr"/>
          <a:lstStyle/>
          <a:p>
            <a:pPr algn="l" indent="0" marL="0">
              <a:lnSpc>
                <a:spcPct val="101900"/>
              </a:lnSpc>
              <a:buNone/>
            </a:pPr>
            <a:r>
              <a:rPr lang="ko-KR" altLang="en-US" sz="1600" dirty="0">
                <a:solidFill>
                  <a:schemeClr val="accent5"/>
                </a:solidFill>
                <a:latin typeface="Paperlogy 5 Medium" pitchFamily="34" charset="0"/>
                <a:ea typeface="Paperlogy 5 Medium" pitchFamily="34" charset="-127"/>
                <a:cs typeface="Paperlogy 5 Medium" pitchFamily="34" charset="-120"/>
              </a:rPr>
              <a:t>교사 · 학생</a:t>
            </a:r>
            <a:endParaRPr lang="ko-KR" sz="1600" dirty="0"/>
          </a:p>
        </p:txBody>
      </p:sp>
      <p:sp>
        <p:nvSpPr>
          <p:cNvPr id="44" name="Key message card"/>
          <p:cNvSpPr/>
          <p:nvPr/>
        </p:nvSpPr>
        <p:spPr>
          <a:xfrm>
            <a:off x="7543800" y="3657600"/>
            <a:ext cx="3962400" cy="2438400"/>
          </a:xfrm>
          <a:prstGeom prst="roundRect">
            <a:avLst>
              <a:gd name="adj" fmla="val 7031"/>
            </a:avLst>
          </a:prstGeom>
          <a:solidFill>
            <a:schemeClr val="tx2"/>
          </a:solidFill>
          <a:ln/>
        </p:spPr>
      </p:sp>
      <p:sp>
        <p:nvSpPr>
          <p:cNvPr id="45" name="Text 36"/>
          <p:cNvSpPr txBox="1"/>
          <p:nvPr/>
        </p:nvSpPr>
        <p:spPr>
          <a:xfrm>
            <a:off x="7848600" y="3962400"/>
            <a:ext cx="3352800" cy="228600"/>
          </a:xfrm>
          <a:prstGeom prst="rect">
            <a:avLst/>
          </a:prstGeom>
          <a:noFill/>
          <a:ln/>
        </p:spPr>
        <p:txBody>
          <a:bodyPr wrap="square" lIns="0" tIns="0" rIns="0" bIns="0" rtlCol="0" anchor="ctr"/>
          <a:lstStyle/>
          <a:p>
            <a:pPr algn="l" indent="0" marL="0">
              <a:lnSpc>
                <a:spcPct val="101900"/>
              </a:lnSpc>
              <a:buNone/>
            </a:pPr>
            <a:r>
              <a:rPr lang="ko-KR" altLang="en-US" sz="1400" dirty="0">
                <a:solidFill>
                  <a:schemeClr val="accent3"/>
                </a:solidFill>
                <a:latin typeface="Paperlogy 6 SemiBold" pitchFamily="34" charset="0"/>
                <a:ea typeface="Paperlogy 6 SemiBold" pitchFamily="34" charset="-127"/>
                <a:cs typeface="Paperlogy 6 SemiBold" pitchFamily="34" charset="-120"/>
              </a:rPr>
              <a:t>주요 피해 특성</a:t>
            </a:r>
            <a:endParaRPr lang="ko-KR" sz="1400" dirty="0"/>
          </a:p>
        </p:txBody>
      </p:sp>
      <p:sp>
        <p:nvSpPr>
          <p:cNvPr id="46" name="Text 37"/>
          <p:cNvSpPr txBox="1"/>
          <p:nvPr/>
        </p:nvSpPr>
        <p:spPr>
          <a:xfrm>
            <a:off x="7848600" y="4419600"/>
            <a:ext cx="3352800" cy="847725"/>
          </a:xfrm>
          <a:prstGeom prst="rect">
            <a:avLst/>
          </a:prstGeom>
          <a:noFill/>
          <a:ln/>
        </p:spPr>
        <p:txBody>
          <a:bodyPr wrap="square" lIns="0" tIns="0" rIns="0" bIns="0" rtlCol="0" anchor="t"/>
          <a:lstStyle/>
          <a:p>
            <a:pPr algn="l" indent="0" marL="0">
              <a:lnSpc>
                <a:spcPct val="103600"/>
              </a:lnSpc>
              <a:buNone/>
            </a:pPr>
            <a:r>
              <a:rPr lang="ko-KR" altLang="en-US" sz="2600" spc="-50" kern="0" dirty="0">
                <a:solidFill>
                  <a:schemeClr val="bg1"/>
                </a:solidFill>
                <a:latin typeface="Paperlogy 8 ExtraBold" pitchFamily="34" charset="0"/>
                <a:ea typeface="Paperlogy 8 ExtraBold" pitchFamily="34" charset="-127"/>
                <a:cs typeface="Paperlogy 8 ExtraBold" pitchFamily="34" charset="-120"/>
              </a:rPr>
              <a:t>연쇄적 생명 위협</a:t>
            </a:r>
            <a:endParaRPr lang="ko-KR" sz="2600" dirty="0"/>
          </a:p>
          <a:p>
            <a:pPr algn="l" indent="0" marL="0">
              <a:lnSpc>
                <a:spcPct val="103600"/>
              </a:lnSpc>
              <a:buNone/>
            </a:pPr>
            <a:r>
              <a:rPr lang="ko-KR" altLang="en-US" sz="2600" spc="-50" kern="0" dirty="0">
                <a:solidFill>
                  <a:schemeClr val="bg1"/>
                </a:solidFill>
                <a:latin typeface="Paperlogy 8 ExtraBold" pitchFamily="34" charset="0"/>
                <a:ea typeface="Paperlogy 8 ExtraBold" pitchFamily="34" charset="-127"/>
                <a:cs typeface="Paperlogy 8 ExtraBold" pitchFamily="34" charset="-120"/>
              </a:rPr>
              <a:t>및 고립 발생</a:t>
            </a:r>
            <a:endParaRPr lang="ko-KR" sz="2600" dirty="0"/>
          </a:p>
        </p:txBody>
      </p:sp>
      <p:sp>
        <p:nvSpPr>
          <p:cNvPr id="47" name="Text 38"/>
          <p:cNvSpPr txBox="1"/>
          <p:nvPr/>
        </p:nvSpPr>
        <p:spPr>
          <a:xfrm>
            <a:off x="7848600" y="5400675"/>
            <a:ext cx="3352800" cy="323850"/>
          </a:xfrm>
          <a:prstGeom prst="rect">
            <a:avLst/>
          </a:prstGeom>
          <a:noFill/>
          <a:ln/>
        </p:spPr>
        <p:txBody>
          <a:bodyPr wrap="square" lIns="0" tIns="0" rIns="0" bIns="0" rtlCol="0" anchor="t"/>
          <a:lstStyle/>
          <a:p>
            <a:pPr algn="l" indent="0" marL="0">
              <a:lnSpc>
                <a:spcPct val="127400"/>
              </a:lnSpc>
              <a:buNone/>
            </a:pPr>
            <a:r>
              <a:rPr lang="ko-KR" altLang="en-US" sz="1500" dirty="0">
                <a:solidFill>
                  <a:schemeClr val="accent4"/>
                </a:solidFill>
                <a:latin typeface="Paperlogy 4 Regular" pitchFamily="34" charset="0"/>
                <a:ea typeface="Paperlogy 4 Regular" pitchFamily="34" charset="-127"/>
                <a:cs typeface="Paperlogy 4 Regular" pitchFamily="34" charset="-120"/>
              </a:rPr>
              <a:t>화학물질 누출과 화재가 동반된 복합 피해</a:t>
            </a:r>
            <a:endParaRPr lang="ko-KR" sz="1500" dirty="0"/>
          </a:p>
        </p:txBody>
      </p:sp>
      <p:sp>
        <p:nvSpPr>
          <p:cNvPr id="25" name="Slide Number Placeholder 0"/>
          <p:cNvSpPr>
            <a:spLocks noGrp="1"/>
          </p:cNvSpPr>
          <p:nvPr>
            <p:ph type="sldNum" sz="quarter" idx="4294967295"/>
          </p:nvPr>
        </p:nvSpPr>
        <p:spPr>
          <a:xfrm>
            <a:off x="10553700" y="6438900"/>
            <a:ext cx="952500" cy="1905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latin typeface="Paperlogy 6 SemiBold"/>
                <a:ea typeface="Paperlogy 6 SemiBold"/>
                <a:cs typeface="Paperlogy 6 SemiBold"/>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685800" y="666750"/>
            <a:ext cx="10820400" cy="495300"/>
          </a:xfrm>
          <a:prstGeom prst="rect">
            <a:avLst/>
          </a:prstGeom>
          <a:noFill/>
          <a:ln/>
        </p:spPr>
        <p:txBody>
          <a:bodyPr wrap="square" lIns="0" tIns="0" rIns="0" bIns="0" rtlCol="0" anchor="t"/>
          <a:lstStyle/>
          <a:p>
            <a:pPr algn="l" indent="0" marL="0">
              <a:lnSpc>
                <a:spcPct val="101900"/>
              </a:lnSpc>
              <a:buNone/>
            </a:pPr>
            <a:r>
              <a:rPr lang="ko-KR" altLang="en-US" sz="3000" spc="-50" kern="0" dirty="0">
                <a:solidFill>
                  <a:schemeClr val="tx2"/>
                </a:solidFill>
                <a:latin typeface="Paperlogy 8 ExtraBold" pitchFamily="34" charset="0"/>
                <a:ea typeface="Paperlogy 8 ExtraBold" pitchFamily="34" charset="-127"/>
                <a:cs typeface="Paperlogy 8 ExtraBold" pitchFamily="34" charset="-120"/>
              </a:rPr>
              <a:t>참여규모 및 중점사항</a:t>
            </a:r>
            <a:endParaRPr lang="en-US" sz="3000" dirty="0"/>
          </a:p>
        </p:txBody>
      </p:sp>
      <p:sp>
        <p:nvSpPr>
          <p:cNvPr id="3" name="Text 1"/>
          <p:cNvSpPr txBox="1"/>
          <p:nvPr/>
        </p:nvSpPr>
        <p:spPr>
          <a:xfrm>
            <a:off x="685800" y="419100"/>
            <a:ext cx="6096000" cy="209550"/>
          </a:xfrm>
          <a:prstGeom prst="rect">
            <a:avLst/>
          </a:prstGeom>
          <a:noFill/>
          <a:ln/>
        </p:spPr>
        <p:txBody>
          <a:bodyPr wrap="square" lIns="0" tIns="0" rIns="0" bIns="0" rtlCol="0" anchor="ctr"/>
          <a:lstStyle/>
          <a:p>
            <a:pPr algn="l" indent="0" marL="0">
              <a:lnSpc>
                <a:spcPct val="101900"/>
              </a:lnSpc>
              <a:buNone/>
            </a:pPr>
            <a:r>
              <a:rPr lang="ko-KR" altLang="en-US" sz="1200" dirty="0">
                <a:solidFill>
                  <a:schemeClr val="accent2"/>
                </a:solidFill>
                <a:latin typeface="Paperlogy 8 ExtraBold" pitchFamily="34" charset="0"/>
                <a:ea typeface="Paperlogy 8 ExtraBold" pitchFamily="34" charset="-127"/>
                <a:cs typeface="Paperlogy 8 ExtraBold" pitchFamily="34" charset="-120"/>
              </a:rPr>
              <a:t>03</a:t>
            </a:r>
            <a:pPr algn="l" indent="0" marL="0">
              <a:lnSpc>
                <a:spcPct val="101900"/>
              </a:lnSpc>
              <a:buNone/>
            </a:pPr>
            <a:r>
              <a:rPr lang="ko-KR" altLang="en-US" sz="1200" dirty="0">
                <a:solidFill>
                  <a:schemeClr val="accent5"/>
                </a:solidFill>
                <a:latin typeface="Paperlogy 6 SemiBold" pitchFamily="34" charset="0"/>
                <a:ea typeface="Paperlogy 6 SemiBold" pitchFamily="34" charset="-127"/>
                <a:cs typeface="Paperlogy 6 SemiBold" pitchFamily="34" charset="-120"/>
              </a:rPr>
              <a:t>   훈련개요 및 중점사항</a:t>
            </a:r>
            <a:endParaRPr lang="ko-KR" sz="1200" dirty="0"/>
          </a:p>
        </p:txBody>
      </p:sp>
      <p:sp>
        <p:nvSpPr>
          <p:cNvPr id="4" name="Shape 2"/>
          <p:cNvSpPr/>
          <p:nvPr/>
        </p:nvSpPr>
        <p:spPr>
          <a:xfrm>
            <a:off x="685800" y="1447800"/>
            <a:ext cx="2085975" cy="1028700"/>
          </a:xfrm>
          <a:prstGeom prst="roundRect">
            <a:avLst>
              <a:gd name="adj" fmla="val 14815"/>
            </a:avLst>
          </a:prstGeom>
          <a:solidFill>
            <a:schemeClr val="bg2"/>
          </a:solidFill>
          <a:ln/>
        </p:spPr>
      </p:sp>
      <p:sp>
        <p:nvSpPr>
          <p:cNvPr id="5" name="Text 3"/>
          <p:cNvSpPr txBox="1"/>
          <p:nvPr/>
        </p:nvSpPr>
        <p:spPr>
          <a:xfrm>
            <a:off x="914400" y="1562100"/>
            <a:ext cx="1714500" cy="552450"/>
          </a:xfrm>
          <a:prstGeom prst="rect">
            <a:avLst/>
          </a:prstGeom>
          <a:noFill/>
          <a:ln/>
        </p:spPr>
        <p:txBody>
          <a:bodyPr wrap="square" lIns="0" tIns="0" rIns="0" bIns="0" rtlCol="0" anchor="ctr"/>
          <a:lstStyle/>
          <a:p>
            <a:pPr algn="l" indent="0" marL="0">
              <a:lnSpc>
                <a:spcPct val="84900"/>
              </a:lnSpc>
              <a:buNone/>
            </a:pPr>
            <a:r>
              <a:rPr lang="ko-KR" altLang="en-US" sz="4000" dirty="0">
                <a:solidFill>
                  <a:schemeClr val="tx2"/>
                </a:solidFill>
                <a:latin typeface="Paperlogy 8 ExtraBold" pitchFamily="34" charset="0"/>
                <a:ea typeface="Paperlogy 8 ExtraBold" pitchFamily="34" charset="-127"/>
                <a:cs typeface="Paperlogy 8 ExtraBold" pitchFamily="34" charset="-120"/>
              </a:rPr>
              <a:t>11</a:t>
            </a:r>
            <a:pPr algn="l" indent="0" marL="0">
              <a:lnSpc>
                <a:spcPct val="84900"/>
              </a:lnSpc>
              <a:buNone/>
            </a:pPr>
            <a:r>
              <a:rPr lang="ko-KR" altLang="en-US" sz="2000" dirty="0">
                <a:solidFill>
                  <a:schemeClr val="tx2"/>
                </a:solidFill>
                <a:latin typeface="Paperlogy 7 Bold" pitchFamily="34" charset="0"/>
                <a:ea typeface="Paperlogy 7 Bold" pitchFamily="34" charset="-127"/>
                <a:cs typeface="Paperlogy 7 Bold" pitchFamily="34" charset="-120"/>
              </a:rPr>
              <a:t>개</a:t>
            </a:r>
            <a:endParaRPr lang="ko-KR" sz="1400" dirty="0"/>
          </a:p>
        </p:txBody>
      </p:sp>
      <p:sp>
        <p:nvSpPr>
          <p:cNvPr id="6" name="Text 4"/>
          <p:cNvSpPr txBox="1"/>
          <p:nvPr/>
        </p:nvSpPr>
        <p:spPr>
          <a:xfrm>
            <a:off x="914400" y="2114550"/>
            <a:ext cx="1714500" cy="228600"/>
          </a:xfrm>
          <a:prstGeom prst="rect">
            <a:avLst/>
          </a:prstGeom>
          <a:noFill/>
          <a:ln/>
        </p:spPr>
        <p:txBody>
          <a:bodyPr wrap="square" lIns="0" tIns="0" rIns="0" bIns="0" rtlCol="0" anchor="ctr"/>
          <a:lstStyle/>
          <a:p>
            <a:pPr algn="l" indent="0" marL="0">
              <a:lnSpc>
                <a:spcPct val="101900"/>
              </a:lnSpc>
              <a:buNone/>
            </a:pPr>
            <a:r>
              <a:rPr lang="ko-KR" altLang="en-US" sz="1400" dirty="0">
                <a:solidFill>
                  <a:schemeClr val="accent5"/>
                </a:solidFill>
                <a:latin typeface="Paperlogy 5 Medium" pitchFamily="34" charset="0"/>
                <a:ea typeface="Paperlogy 5 Medium" pitchFamily="34" charset="-127"/>
                <a:cs typeface="Paperlogy 5 Medium" pitchFamily="34" charset="-120"/>
              </a:rPr>
              <a:t>관계기관 · 단체</a:t>
            </a:r>
            <a:endParaRPr lang="ko-KR" sz="1400" dirty="0"/>
          </a:p>
        </p:txBody>
      </p:sp>
      <p:sp>
        <p:nvSpPr>
          <p:cNvPr id="7" name="Shape 5"/>
          <p:cNvSpPr/>
          <p:nvPr/>
        </p:nvSpPr>
        <p:spPr>
          <a:xfrm>
            <a:off x="2924175" y="1447800"/>
            <a:ext cx="2085975" cy="1028700"/>
          </a:xfrm>
          <a:prstGeom prst="roundRect">
            <a:avLst>
              <a:gd name="adj" fmla="val 14815"/>
            </a:avLst>
          </a:prstGeom>
          <a:solidFill>
            <a:schemeClr val="bg2"/>
          </a:solidFill>
          <a:ln/>
        </p:spPr>
      </p:sp>
      <p:sp>
        <p:nvSpPr>
          <p:cNvPr id="8" name="Text 6"/>
          <p:cNvSpPr txBox="1"/>
          <p:nvPr/>
        </p:nvSpPr>
        <p:spPr>
          <a:xfrm>
            <a:off x="3152775" y="1562100"/>
            <a:ext cx="1714500" cy="552450"/>
          </a:xfrm>
          <a:prstGeom prst="rect">
            <a:avLst/>
          </a:prstGeom>
          <a:noFill/>
          <a:ln/>
        </p:spPr>
        <p:txBody>
          <a:bodyPr wrap="square" lIns="0" tIns="0" rIns="0" bIns="0" rtlCol="0" anchor="ctr"/>
          <a:lstStyle/>
          <a:p>
            <a:pPr algn="l" indent="0" marL="0">
              <a:lnSpc>
                <a:spcPct val="84900"/>
              </a:lnSpc>
              <a:buNone/>
            </a:pPr>
            <a:r>
              <a:rPr lang="ko-KR" altLang="en-US" sz="2000" dirty="0">
                <a:solidFill>
                  <a:schemeClr val="tx2"/>
                </a:solidFill>
                <a:latin typeface="Paperlogy 7 Bold" pitchFamily="34" charset="0"/>
                <a:ea typeface="Paperlogy 7 Bold" pitchFamily="34" charset="-127"/>
                <a:cs typeface="Paperlogy 7 Bold" pitchFamily="34" charset="-120"/>
              </a:rPr>
              <a:t>약 </a:t>
            </a:r>
            <a:pPr algn="l" indent="0" marL="0">
              <a:lnSpc>
                <a:spcPct val="84900"/>
              </a:lnSpc>
              <a:buNone/>
            </a:pPr>
            <a:r>
              <a:rPr lang="ko-KR" altLang="en-US" sz="4000" dirty="0">
                <a:solidFill>
                  <a:schemeClr val="tx2"/>
                </a:solidFill>
                <a:latin typeface="Paperlogy 8 ExtraBold" pitchFamily="34" charset="0"/>
                <a:ea typeface="Paperlogy 8 ExtraBold" pitchFamily="34" charset="-127"/>
                <a:cs typeface="Paperlogy 8 ExtraBold" pitchFamily="34" charset="-120"/>
              </a:rPr>
              <a:t>90</a:t>
            </a:r>
            <a:pPr algn="l" indent="0" marL="0">
              <a:lnSpc>
                <a:spcPct val="84900"/>
              </a:lnSpc>
              <a:buNone/>
            </a:pPr>
            <a:r>
              <a:rPr lang="ko-KR" altLang="en-US" sz="2000" dirty="0">
                <a:solidFill>
                  <a:schemeClr val="tx2"/>
                </a:solidFill>
                <a:latin typeface="Paperlogy 7 Bold" pitchFamily="34" charset="0"/>
                <a:ea typeface="Paperlogy 7 Bold" pitchFamily="34" charset="-127"/>
                <a:cs typeface="Paperlogy 7 Bold" pitchFamily="34" charset="-120"/>
              </a:rPr>
              <a:t>명</a:t>
            </a:r>
            <a:endParaRPr lang="ko-KR" sz="1400" dirty="0"/>
          </a:p>
        </p:txBody>
      </p:sp>
      <p:sp>
        <p:nvSpPr>
          <p:cNvPr id="9" name="Text 7"/>
          <p:cNvSpPr txBox="1"/>
          <p:nvPr/>
        </p:nvSpPr>
        <p:spPr>
          <a:xfrm>
            <a:off x="3152775" y="2114550"/>
            <a:ext cx="1714500" cy="228600"/>
          </a:xfrm>
          <a:prstGeom prst="rect">
            <a:avLst/>
          </a:prstGeom>
          <a:noFill/>
          <a:ln/>
        </p:spPr>
        <p:txBody>
          <a:bodyPr wrap="square" lIns="0" tIns="0" rIns="0" bIns="0" rtlCol="0" anchor="ctr"/>
          <a:lstStyle/>
          <a:p>
            <a:pPr algn="l" indent="0" marL="0">
              <a:lnSpc>
                <a:spcPct val="101900"/>
              </a:lnSpc>
              <a:buNone/>
            </a:pPr>
            <a:r>
              <a:rPr lang="ko-KR" altLang="en-US" sz="1400" dirty="0">
                <a:solidFill>
                  <a:schemeClr val="accent5"/>
                </a:solidFill>
                <a:latin typeface="Paperlogy 5 Medium" pitchFamily="34" charset="0"/>
                <a:ea typeface="Paperlogy 5 Medium" pitchFamily="34" charset="-127"/>
                <a:cs typeface="Paperlogy 5 Medium" pitchFamily="34" charset="-120"/>
              </a:rPr>
              <a:t>참여 인원</a:t>
            </a:r>
            <a:endParaRPr lang="ko-KR" sz="1400" dirty="0"/>
          </a:p>
        </p:txBody>
      </p:sp>
      <p:sp>
        <p:nvSpPr>
          <p:cNvPr id="10" name="Shape 8"/>
          <p:cNvSpPr/>
          <p:nvPr/>
        </p:nvSpPr>
        <p:spPr>
          <a:xfrm>
            <a:off x="5162550" y="1447800"/>
            <a:ext cx="2085975" cy="1028700"/>
          </a:xfrm>
          <a:prstGeom prst="roundRect">
            <a:avLst>
              <a:gd name="adj" fmla="val 14815"/>
            </a:avLst>
          </a:prstGeom>
          <a:solidFill>
            <a:schemeClr val="bg2"/>
          </a:solidFill>
          <a:ln/>
        </p:spPr>
      </p:sp>
      <p:sp>
        <p:nvSpPr>
          <p:cNvPr id="11" name="Text 9"/>
          <p:cNvSpPr txBox="1"/>
          <p:nvPr/>
        </p:nvSpPr>
        <p:spPr>
          <a:xfrm>
            <a:off x="5391150" y="1562100"/>
            <a:ext cx="1714500" cy="552450"/>
          </a:xfrm>
          <a:prstGeom prst="rect">
            <a:avLst/>
          </a:prstGeom>
          <a:noFill/>
          <a:ln/>
        </p:spPr>
        <p:txBody>
          <a:bodyPr wrap="square" lIns="0" tIns="0" rIns="0" bIns="0" rtlCol="0" anchor="ctr"/>
          <a:lstStyle/>
          <a:p>
            <a:pPr algn="l" indent="0" marL="0">
              <a:lnSpc>
                <a:spcPct val="84900"/>
              </a:lnSpc>
              <a:buNone/>
            </a:pPr>
            <a:r>
              <a:rPr lang="ko-KR" altLang="en-US" sz="4000" dirty="0">
                <a:solidFill>
                  <a:schemeClr val="tx2"/>
                </a:solidFill>
                <a:latin typeface="Paperlogy 8 ExtraBold" pitchFamily="34" charset="0"/>
                <a:ea typeface="Paperlogy 8 ExtraBold" pitchFamily="34" charset="-127"/>
                <a:cs typeface="Paperlogy 8 ExtraBold" pitchFamily="34" charset="-120"/>
              </a:rPr>
              <a:t>16</a:t>
            </a:r>
            <a:pPr algn="l" indent="0" marL="0">
              <a:lnSpc>
                <a:spcPct val="84900"/>
              </a:lnSpc>
              <a:buNone/>
            </a:pPr>
            <a:r>
              <a:rPr lang="ko-KR" altLang="en-US" sz="2000" dirty="0">
                <a:solidFill>
                  <a:schemeClr val="tx2"/>
                </a:solidFill>
                <a:latin typeface="Paperlogy 7 Bold" pitchFamily="34" charset="0"/>
                <a:ea typeface="Paperlogy 7 Bold" pitchFamily="34" charset="-127"/>
                <a:cs typeface="Paperlogy 7 Bold" pitchFamily="34" charset="-120"/>
              </a:rPr>
              <a:t>대</a:t>
            </a:r>
            <a:endParaRPr lang="ko-KR" sz="1400" dirty="0"/>
          </a:p>
        </p:txBody>
      </p:sp>
      <p:sp>
        <p:nvSpPr>
          <p:cNvPr id="12" name="Text 10"/>
          <p:cNvSpPr txBox="1"/>
          <p:nvPr/>
        </p:nvSpPr>
        <p:spPr>
          <a:xfrm>
            <a:off x="5391150" y="2114550"/>
            <a:ext cx="1714500" cy="228600"/>
          </a:xfrm>
          <a:prstGeom prst="rect">
            <a:avLst/>
          </a:prstGeom>
          <a:noFill/>
          <a:ln/>
        </p:spPr>
        <p:txBody>
          <a:bodyPr wrap="square" lIns="0" tIns="0" rIns="0" bIns="0" rtlCol="0" anchor="ctr"/>
          <a:lstStyle/>
          <a:p>
            <a:pPr algn="l" indent="0" marL="0">
              <a:lnSpc>
                <a:spcPct val="101900"/>
              </a:lnSpc>
              <a:buNone/>
            </a:pPr>
            <a:r>
              <a:rPr lang="ko-KR" altLang="en-US" sz="1400" dirty="0">
                <a:solidFill>
                  <a:schemeClr val="accent5"/>
                </a:solidFill>
                <a:latin typeface="Paperlogy 5 Medium" pitchFamily="34" charset="0"/>
                <a:ea typeface="Paperlogy 5 Medium" pitchFamily="34" charset="-127"/>
                <a:cs typeface="Paperlogy 5 Medium" pitchFamily="34" charset="-120"/>
              </a:rPr>
              <a:t>투입 장비</a:t>
            </a:r>
            <a:endParaRPr lang="ko-KR" sz="1400" dirty="0"/>
          </a:p>
        </p:txBody>
      </p:sp>
      <p:graphicFrame>
        <p:nvGraphicFramePr>
          <p:cNvPr id="9" name="Participants table"/>
          <p:cNvGraphicFramePr>
            <a:graphicFrameLocks noGrp="1"/>
          </p:cNvGraphicFramePr>
          <p:nvPr>
            <p:extLst>
              <p:ext uri="{D42A27DB-BD31-4B8C-83A1-F6EECF244321}">
                <p14:modId xmlns:p14="http://schemas.microsoft.com/office/powerpoint/2010/main" val="1579011935"/>
              </p:ext>
            </p:extLst>
          </p:nvPr>
        </p:nvGraphicFramePr>
        <p:xfrm>
          <a:off x="685800" y="2705100"/>
          <a:ext cx="6553200" cy="914400"/>
        </p:xfrm>
        <a:graphic>
          <a:graphicData uri="http://schemas.openxmlformats.org/drawingml/2006/table">
            <a:tbl>
              <a:tblPr/>
              <a:tblGrid>
                <a:gridCol w="1428750"/>
                <a:gridCol w="4362450"/>
                <a:gridCol w="762000"/>
              </a:tblGrid>
              <a:tr h="419100">
                <a:tc>
                  <a:txBody>
                    <a:bodyPr/>
                    <a:lstStyle/>
                    <a:p>
                      <a:pPr algn="ctr" indent="0" marL="0">
                        <a:lnSpc>
                          <a:spcPct val="123100"/>
                        </a:lnSpc>
                        <a:buNone/>
                      </a:pPr>
                      <a:r>
                        <a:rPr lang="ko-KR" altLang="en-US" sz="1500" dirty="0">
                          <a:solidFill>
                            <a:schemeClr val="bg1"/>
                          </a:solidFill>
                          <a:latin typeface="Paperlogy 7 Bold" pitchFamily="34" charset="0"/>
                          <a:ea typeface="Paperlogy 7 Bold" pitchFamily="34" charset="-127"/>
                          <a:cs typeface="Paperlogy 7 Bold" pitchFamily="34" charset="-120"/>
                        </a:rPr>
                        <a:t>구분</a:t>
                      </a:r>
                      <a:endParaRPr lang="en-US" sz="1200" dirty="0"/>
                    </a:p>
                  </a:txBody>
                  <a:tcPr marL="76200" marR="76200" marT="12700" marB="1270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tc>
                  <a:txBody>
                    <a:bodyPr/>
                    <a:lstStyle/>
                    <a:p>
                      <a:pPr algn="ctr" indent="0" marL="0">
                        <a:lnSpc>
                          <a:spcPct val="123100"/>
                        </a:lnSpc>
                        <a:buNone/>
                      </a:pPr>
                      <a:r>
                        <a:rPr lang="ko-KR" altLang="en-US" sz="1500" dirty="0">
                          <a:solidFill>
                            <a:schemeClr val="bg1"/>
                          </a:solidFill>
                          <a:latin typeface="Paperlogy 7 Bold" pitchFamily="34" charset="0"/>
                          <a:ea typeface="Paperlogy 7 Bold" pitchFamily="34" charset="-127"/>
                          <a:cs typeface="Paperlogy 7 Bold" pitchFamily="34" charset="-120"/>
                        </a:rPr>
                        <a:t>참여 기관·단체</a:t>
                      </a:r>
                      <a:endParaRPr lang="en-US" sz="1200" dirty="0"/>
                    </a:p>
                  </a:txBody>
                  <a:tcPr marL="76200" marR="76200" marT="12700" marB="1270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tc>
                  <a:txBody>
                    <a:bodyPr/>
                    <a:lstStyle/>
                    <a:p>
                      <a:pPr algn="ctr" indent="0" marL="0">
                        <a:lnSpc>
                          <a:spcPct val="123100"/>
                        </a:lnSpc>
                        <a:buNone/>
                      </a:pPr>
                      <a:r>
                        <a:rPr lang="ko-KR" altLang="en-US" sz="1500" dirty="0">
                          <a:solidFill>
                            <a:schemeClr val="bg1"/>
                          </a:solidFill>
                          <a:latin typeface="Paperlogy 7 Bold" pitchFamily="34" charset="0"/>
                          <a:ea typeface="Paperlogy 7 Bold" pitchFamily="34" charset="-127"/>
                          <a:cs typeface="Paperlogy 7 Bold" pitchFamily="34" charset="-120"/>
                        </a:rPr>
                        <a:t>수</a:t>
                      </a:r>
                      <a:endParaRPr lang="en-US" sz="1200" dirty="0"/>
                    </a:p>
                  </a:txBody>
                  <a:tcPr marL="76200" marR="76200" marT="12700" marB="1270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tx2"/>
                    </a:solidFill>
                  </a:tcPr>
                </a:tc>
              </a:tr>
              <a:tr h="647700">
                <a:tc>
                  <a:txBody>
                    <a:bodyPr/>
                    <a:lstStyle/>
                    <a:p>
                      <a:pPr algn="ctr" indent="0" marL="0">
                        <a:lnSpc>
                          <a:spcPct val="123100"/>
                        </a:lnSpc>
                        <a:buNone/>
                      </a:pPr>
                      <a:r>
                        <a:rPr lang="ko-KR" altLang="en-US" sz="1600" dirty="0">
                          <a:solidFill>
                            <a:schemeClr val="tx2"/>
                          </a:solidFill>
                          <a:latin typeface="Paperlogy 7 Bold" pitchFamily="34" charset="0"/>
                          <a:ea typeface="Paperlogy 7 Bold" pitchFamily="34" charset="-127"/>
                          <a:cs typeface="Paperlogy 7 Bold" pitchFamily="34" charset="-120"/>
                        </a:rPr>
                        <a:t>국토부</a:t>
                      </a:r>
                      <a:endParaRPr lang="en-US" sz="1200" dirty="0"/>
                    </a:p>
                  </a:txBody>
                  <a:tcPr marL="76200" marR="76200" marT="12700" marB="1270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algn="l" indent="0" marL="0">
                        <a:lnSpc>
                          <a:spcPct val="123100"/>
                        </a:lnSpc>
                        <a:buNone/>
                      </a:pPr>
                      <a:r>
                        <a:rPr lang="ko-KR" altLang="en-US" sz="1600" dirty="0">
                          <a:solidFill>
                            <a:schemeClr val="tx1"/>
                          </a:solidFill>
                          <a:latin typeface="Paperlogy 5 Medium" pitchFamily="34" charset="0"/>
                          <a:ea typeface="Paperlogy 5 Medium" pitchFamily="34" charset="-127"/>
                          <a:cs typeface="Paperlogy 5 Medium" pitchFamily="34" charset="-120"/>
                        </a:rPr>
                        <a:t>대전국토청, 예산국토, 온석터널센터</a:t>
                      </a:r>
                      <a:endParaRPr lang="en-US" sz="1200" dirty="0"/>
                    </a:p>
                  </a:txBody>
                  <a:tcPr marL="152400" marR="152400" marT="12700" marB="1270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algn="ctr" indent="0" marL="0">
                        <a:lnSpc>
                          <a:spcPct val="123100"/>
                        </a:lnSpc>
                        <a:buNone/>
                      </a:pPr>
                      <a:r>
                        <a:rPr lang="ko-KR" altLang="en-US" sz="1800" dirty="0">
                          <a:solidFill>
                            <a:schemeClr val="accent2"/>
                          </a:solidFill>
                          <a:latin typeface="Paperlogy 8 ExtraBold" pitchFamily="34" charset="0"/>
                          <a:ea typeface="Paperlogy 8 ExtraBold" pitchFamily="34" charset="-127"/>
                          <a:cs typeface="Paperlogy 8 ExtraBold" pitchFamily="34" charset="-120"/>
                        </a:rPr>
                        <a:t>3</a:t>
                      </a:r>
                      <a:endParaRPr lang="en-US" sz="1200" dirty="0"/>
                    </a:p>
                  </a:txBody>
                  <a:tcPr marL="76200" marR="76200" marT="12700" marB="1270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r>
              <a:tr h="647700">
                <a:tc>
                  <a:txBody>
                    <a:bodyPr/>
                    <a:lstStyle/>
                    <a:p>
                      <a:pPr algn="ctr" indent="0" marL="0">
                        <a:lnSpc>
                          <a:spcPct val="123100"/>
                        </a:lnSpc>
                        <a:buNone/>
                      </a:pPr>
                      <a:r>
                        <a:rPr lang="ko-KR" altLang="en-US" sz="1600" dirty="0">
                          <a:solidFill>
                            <a:schemeClr val="tx2"/>
                          </a:solidFill>
                          <a:latin typeface="Paperlogy 7 Bold" pitchFamily="34" charset="0"/>
                          <a:ea typeface="Paperlogy 7 Bold" pitchFamily="34" charset="-127"/>
                          <a:cs typeface="Paperlogy 7 Bold" pitchFamily="34" charset="-120"/>
                        </a:rPr>
                        <a:t>소방·경찰</a:t>
                      </a:r>
                      <a:endParaRPr lang="en-US" sz="1200" dirty="0"/>
                    </a:p>
                  </a:txBody>
                  <a:tcPr marL="76200" marR="76200" marT="12700" marB="1270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algn="l" indent="0" marL="0">
                        <a:lnSpc>
                          <a:spcPct val="123100"/>
                        </a:lnSpc>
                        <a:buNone/>
                      </a:pPr>
                      <a:r>
                        <a:rPr lang="ko-KR" altLang="en-US" sz="1600" dirty="0">
                          <a:solidFill>
                            <a:schemeClr val="tx1"/>
                          </a:solidFill>
                          <a:latin typeface="Paperlogy 5 Medium" pitchFamily="34" charset="0"/>
                          <a:ea typeface="Paperlogy 5 Medium" pitchFamily="34" charset="-127"/>
                          <a:cs typeface="Paperlogy 5 Medium" pitchFamily="34" charset="-120"/>
                        </a:rPr>
                        <a:t>서산소방서, 서산경찰서</a:t>
                      </a:r>
                      <a:endParaRPr lang="en-US" sz="1200" dirty="0"/>
                    </a:p>
                  </a:txBody>
                  <a:tcPr marL="152400" marR="152400" marT="12700" marB="1270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algn="ctr" indent="0" marL="0">
                        <a:lnSpc>
                          <a:spcPct val="123100"/>
                        </a:lnSpc>
                        <a:buNone/>
                      </a:pPr>
                      <a:r>
                        <a:rPr lang="ko-KR" altLang="en-US" sz="1800" dirty="0">
                          <a:solidFill>
                            <a:schemeClr val="accent2"/>
                          </a:solidFill>
                          <a:latin typeface="Paperlogy 8 ExtraBold" pitchFamily="34" charset="0"/>
                          <a:ea typeface="Paperlogy 8 ExtraBold" pitchFamily="34" charset="-127"/>
                          <a:cs typeface="Paperlogy 8 ExtraBold" pitchFamily="34" charset="-120"/>
                        </a:rPr>
                        <a:t>2</a:t>
                      </a:r>
                      <a:endParaRPr lang="en-US" sz="1200" dirty="0"/>
                    </a:p>
                  </a:txBody>
                  <a:tcPr marL="76200" marR="76200" marT="12700" marB="1270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r>
              <a:tr h="647700">
                <a:tc>
                  <a:txBody>
                    <a:bodyPr/>
                    <a:lstStyle/>
                    <a:p>
                      <a:pPr algn="ctr" indent="0" marL="0">
                        <a:lnSpc>
                          <a:spcPct val="123100"/>
                        </a:lnSpc>
                        <a:buNone/>
                      </a:pPr>
                      <a:r>
                        <a:rPr lang="ko-KR" altLang="en-US" sz="1600" dirty="0">
                          <a:solidFill>
                            <a:schemeClr val="tx2"/>
                          </a:solidFill>
                          <a:latin typeface="Paperlogy 7 Bold" pitchFamily="34" charset="0"/>
                          <a:ea typeface="Paperlogy 7 Bold" pitchFamily="34" charset="-127"/>
                          <a:cs typeface="Paperlogy 7 Bold" pitchFamily="34" charset="-120"/>
                        </a:rPr>
                        <a:t>지자체·의료</a:t>
                      </a:r>
                      <a:endParaRPr lang="en-US" sz="1200" dirty="0"/>
                    </a:p>
                  </a:txBody>
                  <a:tcPr marL="76200" marR="76200" marT="12700" marB="1270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algn="l" indent="0" marL="0">
                        <a:lnSpc>
                          <a:spcPct val="123100"/>
                        </a:lnSpc>
                        <a:buNone/>
                      </a:pPr>
                      <a:r>
                        <a:rPr lang="ko-KR" altLang="en-US" sz="1600" dirty="0">
                          <a:solidFill>
                            <a:schemeClr val="tx1"/>
                          </a:solidFill>
                          <a:latin typeface="Paperlogy 5 Medium" pitchFamily="34" charset="0"/>
                          <a:ea typeface="Paperlogy 5 Medium" pitchFamily="34" charset="-127"/>
                          <a:cs typeface="Paperlogy 5 Medium" pitchFamily="34" charset="-120"/>
                        </a:rPr>
                        <a:t>서산시청, 서산시보건소</a:t>
                      </a:r>
                      <a:endParaRPr lang="en-US" sz="1200" dirty="0"/>
                    </a:p>
                  </a:txBody>
                  <a:tcPr marL="152400" marR="152400" marT="12700" marB="1270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algn="ctr" indent="0" marL="0">
                        <a:lnSpc>
                          <a:spcPct val="123100"/>
                        </a:lnSpc>
                        <a:buNone/>
                      </a:pPr>
                      <a:r>
                        <a:rPr lang="ko-KR" altLang="en-US" sz="1800" dirty="0">
                          <a:solidFill>
                            <a:schemeClr val="accent2"/>
                          </a:solidFill>
                          <a:latin typeface="Paperlogy 8 ExtraBold" pitchFamily="34" charset="0"/>
                          <a:ea typeface="Paperlogy 8 ExtraBold" pitchFamily="34" charset="-127"/>
                          <a:cs typeface="Paperlogy 8 ExtraBold" pitchFamily="34" charset="-120"/>
                        </a:rPr>
                        <a:t>2</a:t>
                      </a:r>
                      <a:endParaRPr lang="en-US" sz="1200" dirty="0"/>
                    </a:p>
                  </a:txBody>
                  <a:tcPr marL="76200" marR="76200" marT="12700" marB="1270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r>
              <a:tr h="1028700">
                <a:tc>
                  <a:txBody>
                    <a:bodyPr/>
                    <a:lstStyle/>
                    <a:p>
                      <a:pPr algn="ctr" indent="0" marL="0">
                        <a:lnSpc>
                          <a:spcPct val="123100"/>
                        </a:lnSpc>
                        <a:buNone/>
                      </a:pPr>
                      <a:r>
                        <a:rPr lang="ko-KR" altLang="en-US" sz="1600" dirty="0">
                          <a:solidFill>
                            <a:schemeClr val="tx2"/>
                          </a:solidFill>
                          <a:latin typeface="Paperlogy 7 Bold" pitchFamily="34" charset="0"/>
                          <a:ea typeface="Paperlogy 7 Bold" pitchFamily="34" charset="-127"/>
                          <a:cs typeface="Paperlogy 7 Bold" pitchFamily="34" charset="-120"/>
                        </a:rPr>
                        <a:t>특수·기타</a:t>
                      </a:r>
                      <a:endParaRPr lang="en-US" sz="1200" dirty="0"/>
                    </a:p>
                  </a:txBody>
                  <a:tcPr marL="76200" marR="76200" marT="12700" marB="1270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2"/>
                    </a:solidFill>
                  </a:tcPr>
                </a:tc>
                <a:tc>
                  <a:txBody>
                    <a:bodyPr/>
                    <a:lstStyle/>
                    <a:p>
                      <a:pPr algn="l" indent="0" marL="0">
                        <a:lnSpc>
                          <a:spcPct val="123100"/>
                        </a:lnSpc>
                        <a:buNone/>
                      </a:pPr>
                      <a:r>
                        <a:rPr lang="ko-KR" altLang="en-US" sz="1600" dirty="0">
                          <a:solidFill>
                            <a:schemeClr val="tx1"/>
                          </a:solidFill>
                          <a:latin typeface="Paperlogy 5 Medium" pitchFamily="34" charset="0"/>
                          <a:ea typeface="Paperlogy 5 Medium" pitchFamily="34" charset="-127"/>
                          <a:cs typeface="Paperlogy 5 Medium" pitchFamily="34" charset="-120"/>
                        </a:rPr>
                        <a:t>서산화학재난합동방재센터, 성연초등학교,</a:t>
                      </a:r>
                      <a:endParaRPr lang="en-US" sz="1200" dirty="0"/>
                    </a:p>
                    <a:p>
                      <a:pPr algn="l" indent="0" marL="0">
                        <a:lnSpc>
                          <a:spcPct val="123100"/>
                        </a:lnSpc>
                        <a:buNone/>
                      </a:pPr>
                      <a:r>
                        <a:rPr lang="ko-KR" altLang="en-US" sz="1600" dirty="0">
                          <a:solidFill>
                            <a:schemeClr val="tx1"/>
                          </a:solidFill>
                          <a:latin typeface="Paperlogy 5 Medium" pitchFamily="34" charset="0"/>
                          <a:ea typeface="Paperlogy 5 Medium" pitchFamily="34" charset="-127"/>
                          <a:cs typeface="Paperlogy 5 Medium" pitchFamily="34" charset="-120"/>
                        </a:rPr>
                        <a:t>제20전비 화생방지원대, 주민평가단</a:t>
                      </a:r>
                      <a:endParaRPr lang="en-US" sz="1200" dirty="0"/>
                    </a:p>
                  </a:txBody>
                  <a:tcPr marL="152400" marR="152400" marT="12700" marB="1270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c>
                  <a:txBody>
                    <a:bodyPr/>
                    <a:lstStyle/>
                    <a:p>
                      <a:pPr algn="ctr" indent="0" marL="0">
                        <a:lnSpc>
                          <a:spcPct val="123100"/>
                        </a:lnSpc>
                        <a:buNone/>
                      </a:pPr>
                      <a:r>
                        <a:rPr lang="ko-KR" altLang="en-US" sz="1800" dirty="0">
                          <a:solidFill>
                            <a:schemeClr val="accent2"/>
                          </a:solidFill>
                          <a:latin typeface="Paperlogy 8 ExtraBold" pitchFamily="34" charset="0"/>
                          <a:ea typeface="Paperlogy 8 ExtraBold" pitchFamily="34" charset="-127"/>
                          <a:cs typeface="Paperlogy 8 ExtraBold" pitchFamily="34" charset="-120"/>
                        </a:rPr>
                        <a:t>4</a:t>
                      </a:r>
                      <a:endParaRPr lang="en-US" sz="1200" dirty="0"/>
                    </a:p>
                  </a:txBody>
                  <a:tcPr marL="76200" marR="76200" marT="12700" marB="12700" anchor="ctr">
                    <a:lnL w="9525" cap="flat" cmpd="sng" algn="ctr">
                      <a:solidFill>
                        <a:schemeClr val="accent6"/>
                      </a:solidFill>
                      <a:prstDash val="solid"/>
                      <a:round/>
                      <a:headEnd type="none" w="med" len="med"/>
                      <a:tailEnd type="none" w="med" len="med"/>
                    </a:lnL>
                    <a:lnR w="9525" cap="flat" cmpd="sng" algn="ctr">
                      <a:solidFill>
                        <a:schemeClr val="accent6"/>
                      </a:solidFill>
                      <a:prstDash val="solid"/>
                      <a:round/>
                      <a:headEnd type="none" w="med" len="med"/>
                      <a:tailEnd type="none" w="med" len="med"/>
                    </a:lnR>
                    <a:lnT w="9525" cap="flat" cmpd="sng" algn="ctr">
                      <a:solidFill>
                        <a:schemeClr val="accent6"/>
                      </a:solidFill>
                      <a:prstDash val="solid"/>
                      <a:round/>
                      <a:headEnd type="none" w="med" len="med"/>
                      <a:tailEnd type="none" w="med" len="med"/>
                    </a:lnT>
                    <a:lnB w="9525" cap="flat" cmpd="sng" algn="ctr">
                      <a:solidFill>
                        <a:schemeClr val="accent6"/>
                      </a:solidFill>
                      <a:prstDash val="solid"/>
                      <a:round/>
                      <a:headEnd type="none" w="med" len="med"/>
                      <a:tailEnd type="none" w="med" len="med"/>
                    </a:lnB>
                    <a:solidFill>
                      <a:schemeClr val="bg1"/>
                    </a:solidFill>
                  </a:tcPr>
                </a:tc>
              </a:tr>
            </a:tbl>
          </a:graphicData>
        </a:graphic>
      </p:graphicFrame>
      <p:sp>
        <p:nvSpPr>
          <p:cNvPr id="14" name="Key message card"/>
          <p:cNvSpPr/>
          <p:nvPr/>
        </p:nvSpPr>
        <p:spPr>
          <a:xfrm>
            <a:off x="7543800" y="1447800"/>
            <a:ext cx="3962400" cy="4648200"/>
          </a:xfrm>
          <a:prstGeom prst="roundRect">
            <a:avLst>
              <a:gd name="adj" fmla="val 4327"/>
            </a:avLst>
          </a:prstGeom>
          <a:solidFill>
            <a:schemeClr val="tx2"/>
          </a:solidFill>
          <a:ln/>
        </p:spPr>
      </p:sp>
      <p:sp>
        <p:nvSpPr>
          <p:cNvPr id="15" name="Text 12"/>
          <p:cNvSpPr txBox="1"/>
          <p:nvPr/>
        </p:nvSpPr>
        <p:spPr>
          <a:xfrm>
            <a:off x="7848600" y="1752600"/>
            <a:ext cx="3352800" cy="228600"/>
          </a:xfrm>
          <a:prstGeom prst="rect">
            <a:avLst/>
          </a:prstGeom>
          <a:noFill/>
          <a:ln/>
        </p:spPr>
        <p:txBody>
          <a:bodyPr wrap="square" lIns="0" tIns="0" rIns="0" bIns="0" rtlCol="0" anchor="ctr"/>
          <a:lstStyle/>
          <a:p>
            <a:pPr algn="l" indent="0" marL="0">
              <a:lnSpc>
                <a:spcPct val="101900"/>
              </a:lnSpc>
              <a:buNone/>
            </a:pPr>
            <a:r>
              <a:rPr lang="ko-KR" altLang="en-US" sz="1400" dirty="0">
                <a:solidFill>
                  <a:schemeClr val="accent3"/>
                </a:solidFill>
                <a:latin typeface="Paperlogy 6 SemiBold" pitchFamily="34" charset="0"/>
                <a:ea typeface="Paperlogy 6 SemiBold" pitchFamily="34" charset="-127"/>
                <a:cs typeface="Paperlogy 6 SemiBold" pitchFamily="34" charset="-120"/>
              </a:rPr>
              <a:t>훈련 중점</a:t>
            </a:r>
            <a:endParaRPr lang="ko-KR" sz="1400" dirty="0"/>
          </a:p>
        </p:txBody>
      </p:sp>
      <p:pic>
        <p:nvPicPr>
          <p:cNvPr id="16" name="Image 0" descr="">    </p:cNvPr>
          <p:cNvPicPr>
            <a:picLocks noChangeAspect="1"/>
          </p:cNvPicPr>
          <p:nvPr/>
        </p:nvPicPr>
        <p:blipFill>
          <a:blip r:embed="rId1"/>
          <a:stretch>
            <a:fillRect/>
          </a:stretch>
        </p:blipFill>
        <p:spPr>
          <a:xfrm>
            <a:off x="7848600" y="2209800"/>
            <a:ext cx="419100" cy="419100"/>
          </a:xfrm>
          <a:prstGeom prst="rect">
            <a:avLst/>
          </a:prstGeom>
        </p:spPr>
      </p:pic>
      <p:sp>
        <p:nvSpPr>
          <p:cNvPr id="17" name="Text 13"/>
          <p:cNvSpPr txBox="1"/>
          <p:nvPr/>
        </p:nvSpPr>
        <p:spPr>
          <a:xfrm>
            <a:off x="7848600" y="2895600"/>
            <a:ext cx="3352800" cy="847725"/>
          </a:xfrm>
          <a:prstGeom prst="rect">
            <a:avLst/>
          </a:prstGeom>
          <a:noFill/>
          <a:ln/>
        </p:spPr>
        <p:txBody>
          <a:bodyPr wrap="square" lIns="0" tIns="0" rIns="0" bIns="0" rtlCol="0" anchor="t"/>
          <a:lstStyle/>
          <a:p>
            <a:pPr algn="l" indent="0" marL="0">
              <a:lnSpc>
                <a:spcPct val="103600"/>
              </a:lnSpc>
              <a:buNone/>
            </a:pPr>
            <a:r>
              <a:rPr lang="ko-KR" altLang="en-US" sz="2600" spc="-50" kern="0" dirty="0">
                <a:solidFill>
                  <a:schemeClr val="bg1"/>
                </a:solidFill>
                <a:latin typeface="Paperlogy 8 ExtraBold" pitchFamily="34" charset="0"/>
                <a:ea typeface="Paperlogy 8 ExtraBold" pitchFamily="34" charset="-127"/>
                <a:cs typeface="Paperlogy 8 ExtraBold" pitchFamily="34" charset="-120"/>
              </a:rPr>
              <a:t>기관별 대응체계</a:t>
            </a:r>
            <a:endParaRPr lang="ko-KR" sz="2600" dirty="0"/>
          </a:p>
          <a:p>
            <a:pPr algn="l" indent="0" marL="0">
              <a:lnSpc>
                <a:spcPct val="103600"/>
              </a:lnSpc>
              <a:buNone/>
            </a:pPr>
            <a:r>
              <a:rPr lang="ko-KR" altLang="en-US" sz="2600" spc="-50" kern="0" dirty="0">
                <a:solidFill>
                  <a:schemeClr val="bg1"/>
                </a:solidFill>
                <a:latin typeface="Paperlogy 8 ExtraBold" pitchFamily="34" charset="0"/>
                <a:ea typeface="Paperlogy 8 ExtraBold" pitchFamily="34" charset="-127"/>
                <a:cs typeface="Paperlogy 8 ExtraBold" pitchFamily="34" charset="-120"/>
              </a:rPr>
              <a:t>유기적 연계 점검</a:t>
            </a:r>
            <a:endParaRPr lang="ko-KR" sz="2600" dirty="0"/>
          </a:p>
        </p:txBody>
      </p:sp>
      <p:sp>
        <p:nvSpPr>
          <p:cNvPr id="18" name="Shape 14"/>
          <p:cNvSpPr/>
          <p:nvPr/>
        </p:nvSpPr>
        <p:spPr>
          <a:xfrm>
            <a:off x="7848600" y="4457700"/>
            <a:ext cx="3352800" cy="647700"/>
          </a:xfrm>
          <a:prstGeom prst="roundRect">
            <a:avLst>
              <a:gd name="adj" fmla="val 17647"/>
            </a:avLst>
          </a:prstGeom>
          <a:solidFill>
            <a:schemeClr val="bg1">
              <a:alpha val="8000"/>
            </a:schemeClr>
          </a:solidFill>
          <a:ln/>
        </p:spPr>
      </p:sp>
      <p:pic>
        <p:nvPicPr>
          <p:cNvPr id="19" name="Image 1" descr="">    </p:cNvPr>
          <p:cNvPicPr>
            <a:picLocks noChangeAspect="1"/>
          </p:cNvPicPr>
          <p:nvPr/>
        </p:nvPicPr>
        <p:blipFill>
          <a:blip r:embed="rId2"/>
          <a:stretch>
            <a:fillRect/>
          </a:stretch>
        </p:blipFill>
        <p:spPr>
          <a:xfrm>
            <a:off x="8020050" y="4667250"/>
            <a:ext cx="228600" cy="228600"/>
          </a:xfrm>
          <a:prstGeom prst="rect">
            <a:avLst/>
          </a:prstGeom>
        </p:spPr>
      </p:pic>
      <p:sp>
        <p:nvSpPr>
          <p:cNvPr id="20" name="Text 15"/>
          <p:cNvSpPr txBox="1"/>
          <p:nvPr/>
        </p:nvSpPr>
        <p:spPr>
          <a:xfrm>
            <a:off x="8382000" y="4457700"/>
            <a:ext cx="2762250" cy="647700"/>
          </a:xfrm>
          <a:prstGeom prst="rect">
            <a:avLst/>
          </a:prstGeom>
          <a:noFill/>
          <a:ln/>
        </p:spPr>
        <p:txBody>
          <a:bodyPr wrap="square" lIns="0" tIns="0" rIns="0" bIns="0" rtlCol="0" anchor="ctr"/>
          <a:lstStyle/>
          <a:p>
            <a:pPr algn="l" indent="0" marL="0">
              <a:lnSpc>
                <a:spcPct val="114600"/>
              </a:lnSpc>
              <a:buNone/>
            </a:pPr>
            <a:r>
              <a:rPr lang="ko-KR" altLang="en-US" sz="1400" dirty="0">
                <a:solidFill>
                  <a:schemeClr val="bg1"/>
                </a:solidFill>
                <a:latin typeface="Paperlogy 5 Medium" pitchFamily="34" charset="0"/>
                <a:ea typeface="Paperlogy 5 Medium" pitchFamily="34" charset="-127"/>
                <a:cs typeface="Paperlogy 5 Medium" pitchFamily="34" charset="-120"/>
              </a:rPr>
              <a:t>재난취약계층 대피 · 구조</a:t>
            </a:r>
            <a:endParaRPr lang="ko-KR" sz="1400" dirty="0"/>
          </a:p>
          <a:p>
            <a:pPr algn="l" indent="0" marL="0">
              <a:lnSpc>
                <a:spcPct val="114600"/>
              </a:lnSpc>
              <a:buNone/>
            </a:pPr>
            <a:r>
              <a:rPr lang="ko-KR" altLang="en-US" sz="1400" dirty="0">
                <a:solidFill>
                  <a:schemeClr val="bg1"/>
                </a:solidFill>
                <a:latin typeface="Paperlogy 5 Medium" pitchFamily="34" charset="0"/>
                <a:ea typeface="Paperlogy 5 Medium" pitchFamily="34" charset="-127"/>
                <a:cs typeface="Paperlogy 5 Medium" pitchFamily="34" charset="-120"/>
              </a:rPr>
              <a:t>응급의료 협업체계 확인</a:t>
            </a:r>
            <a:endParaRPr lang="ko-KR" sz="1400" dirty="0"/>
          </a:p>
        </p:txBody>
      </p:sp>
      <p:sp>
        <p:nvSpPr>
          <p:cNvPr id="21" name="Shape 16"/>
          <p:cNvSpPr/>
          <p:nvPr/>
        </p:nvSpPr>
        <p:spPr>
          <a:xfrm>
            <a:off x="7848600" y="5219700"/>
            <a:ext cx="3352800" cy="647700"/>
          </a:xfrm>
          <a:prstGeom prst="roundRect">
            <a:avLst>
              <a:gd name="adj" fmla="val 17647"/>
            </a:avLst>
          </a:prstGeom>
          <a:solidFill>
            <a:schemeClr val="bg1">
              <a:alpha val="8000"/>
            </a:schemeClr>
          </a:solidFill>
          <a:ln/>
        </p:spPr>
      </p:sp>
      <p:pic>
        <p:nvPicPr>
          <p:cNvPr id="22" name="Image 2" descr="">    </p:cNvPr>
          <p:cNvPicPr>
            <a:picLocks noChangeAspect="1"/>
          </p:cNvPicPr>
          <p:nvPr/>
        </p:nvPicPr>
        <p:blipFill>
          <a:blip r:embed="rId3"/>
          <a:stretch>
            <a:fillRect/>
          </a:stretch>
        </p:blipFill>
        <p:spPr>
          <a:xfrm>
            <a:off x="8020050" y="5429250"/>
            <a:ext cx="228600" cy="228600"/>
          </a:xfrm>
          <a:prstGeom prst="rect">
            <a:avLst/>
          </a:prstGeom>
        </p:spPr>
      </p:pic>
      <p:sp>
        <p:nvSpPr>
          <p:cNvPr id="23" name="Text 17"/>
          <p:cNvSpPr txBox="1"/>
          <p:nvPr/>
        </p:nvSpPr>
        <p:spPr>
          <a:xfrm>
            <a:off x="8382000" y="5219700"/>
            <a:ext cx="2762250" cy="647700"/>
          </a:xfrm>
          <a:prstGeom prst="rect">
            <a:avLst/>
          </a:prstGeom>
          <a:noFill/>
          <a:ln/>
        </p:spPr>
        <p:txBody>
          <a:bodyPr wrap="square" lIns="0" tIns="0" rIns="0" bIns="0" rtlCol="0" anchor="ctr"/>
          <a:lstStyle/>
          <a:p>
            <a:pPr algn="l" indent="0" marL="0">
              <a:lnSpc>
                <a:spcPct val="114600"/>
              </a:lnSpc>
              <a:buNone/>
            </a:pPr>
            <a:r>
              <a:rPr lang="ko-KR" altLang="en-US" sz="1400" dirty="0">
                <a:solidFill>
                  <a:schemeClr val="bg1"/>
                </a:solidFill>
                <a:latin typeface="Paperlogy 5 Medium" pitchFamily="34" charset="0"/>
                <a:ea typeface="Paperlogy 5 Medium" pitchFamily="34" charset="-127"/>
                <a:cs typeface="Paperlogy 5 Medium" pitchFamily="34" charset="-120"/>
              </a:rPr>
              <a:t>학생 실제 대피 참여</a:t>
            </a:r>
            <a:endParaRPr lang="ko-KR" sz="1400" dirty="0"/>
          </a:p>
          <a:p>
            <a:pPr algn="l" indent="0" marL="0">
              <a:lnSpc>
                <a:spcPct val="114600"/>
              </a:lnSpc>
              <a:buNone/>
            </a:pPr>
            <a:r>
              <a:rPr lang="ko-KR" altLang="en-US" sz="1400" dirty="0">
                <a:solidFill>
                  <a:schemeClr val="bg1"/>
                </a:solidFill>
                <a:latin typeface="Paperlogy 5 Medium" pitchFamily="34" charset="0"/>
                <a:ea typeface="Paperlogy 5 Medium" pitchFamily="34" charset="-127"/>
                <a:cs typeface="Paperlogy 5 Medium" pitchFamily="34" charset="-120"/>
              </a:rPr>
              <a:t>어린이 재난대응 역량 · 안전의식 제고</a:t>
            </a:r>
            <a:endParaRPr lang="ko-KR" sz="1400" dirty="0"/>
          </a:p>
        </p:txBody>
      </p:sp>
      <p:sp>
        <p:nvSpPr>
          <p:cNvPr id="25" name="Slide Number Placeholder 0"/>
          <p:cNvSpPr>
            <a:spLocks noGrp="1"/>
          </p:cNvSpPr>
          <p:nvPr>
            <p:ph type="sldNum" sz="quarter" idx="4294967295"/>
          </p:nvPr>
        </p:nvSpPr>
        <p:spPr>
          <a:xfrm>
            <a:off x="10553700" y="6438900"/>
            <a:ext cx="952500" cy="1905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latin typeface="Paperlogy 6 SemiBold"/>
                <a:ea typeface="Paperlogy 6 SemiBold"/>
                <a:cs typeface="Paperlogy 6 SemiBold"/>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685800" y="666750"/>
            <a:ext cx="10820400" cy="495300"/>
          </a:xfrm>
          <a:prstGeom prst="rect">
            <a:avLst/>
          </a:prstGeom>
          <a:noFill/>
          <a:ln/>
        </p:spPr>
        <p:txBody>
          <a:bodyPr wrap="square" lIns="0" tIns="0" rIns="0" bIns="0" rtlCol="0" anchor="t"/>
          <a:lstStyle/>
          <a:p>
            <a:pPr algn="l" indent="0" marL="0">
              <a:lnSpc>
                <a:spcPct val="101900"/>
              </a:lnSpc>
              <a:buNone/>
            </a:pPr>
            <a:r>
              <a:rPr lang="ko-KR" altLang="en-US" sz="3000" spc="-50" kern="0" dirty="0">
                <a:solidFill>
                  <a:schemeClr val="tx2"/>
                </a:solidFill>
                <a:latin typeface="Paperlogy 8 ExtraBold" pitchFamily="34" charset="0"/>
                <a:ea typeface="Paperlogy 8 ExtraBold" pitchFamily="34" charset="-127"/>
                <a:cs typeface="Paperlogy 8 ExtraBold" pitchFamily="34" charset="-120"/>
              </a:rPr>
              <a:t>온석터널 시설현황 및 특성</a:t>
            </a:r>
            <a:endParaRPr lang="en-US" sz="3000" dirty="0"/>
          </a:p>
        </p:txBody>
      </p:sp>
      <p:sp>
        <p:nvSpPr>
          <p:cNvPr id="3" name="Text 1"/>
          <p:cNvSpPr txBox="1"/>
          <p:nvPr/>
        </p:nvSpPr>
        <p:spPr>
          <a:xfrm>
            <a:off x="685800" y="419100"/>
            <a:ext cx="6096000" cy="209550"/>
          </a:xfrm>
          <a:prstGeom prst="rect">
            <a:avLst/>
          </a:prstGeom>
          <a:noFill/>
          <a:ln/>
        </p:spPr>
        <p:txBody>
          <a:bodyPr wrap="square" lIns="0" tIns="0" rIns="0" bIns="0" rtlCol="0" anchor="ctr"/>
          <a:lstStyle/>
          <a:p>
            <a:pPr algn="l" indent="0" marL="0">
              <a:lnSpc>
                <a:spcPct val="101900"/>
              </a:lnSpc>
              <a:buNone/>
            </a:pPr>
            <a:r>
              <a:rPr lang="ko-KR" altLang="en-US" sz="1200" dirty="0">
                <a:solidFill>
                  <a:schemeClr val="accent2"/>
                </a:solidFill>
                <a:latin typeface="Paperlogy 8 ExtraBold" pitchFamily="34" charset="0"/>
                <a:ea typeface="Paperlogy 8 ExtraBold" pitchFamily="34" charset="-127"/>
                <a:cs typeface="Paperlogy 8 ExtraBold" pitchFamily="34" charset="-120"/>
              </a:rPr>
              <a:t>04</a:t>
            </a:r>
            <a:endParaRPr lang="ko-KR" sz="1200" dirty="0"/>
          </a:p>
        </p:txBody>
      </p:sp>
      <p:sp>
        <p:nvSpPr>
          <p:cNvPr id="4" name="Shape 2"/>
          <p:cNvSpPr/>
          <p:nvPr/>
        </p:nvSpPr>
        <p:spPr>
          <a:xfrm>
            <a:off x="685800" y="1447800"/>
            <a:ext cx="2590800" cy="1600200"/>
          </a:xfrm>
          <a:prstGeom prst="roundRect">
            <a:avLst>
              <a:gd name="adj" fmla="val 9524"/>
            </a:avLst>
          </a:prstGeom>
          <a:solidFill>
            <a:schemeClr val="bg1"/>
          </a:solidFill>
          <a:ln w="14288">
            <a:solidFill>
              <a:schemeClr val="accent6"/>
            </a:solidFill>
            <a:prstDash val="solid"/>
          </a:ln>
        </p:spPr>
      </p:sp>
      <p:sp>
        <p:nvSpPr>
          <p:cNvPr id="5" name="Shape 3"/>
          <p:cNvSpPr/>
          <p:nvPr/>
        </p:nvSpPr>
        <p:spPr>
          <a:xfrm>
            <a:off x="876300" y="1638300"/>
            <a:ext cx="457200" cy="457200"/>
          </a:xfrm>
          <a:prstGeom prst="ellipse">
            <a:avLst/>
          </a:prstGeom>
          <a:solidFill>
            <a:schemeClr val="tx2"/>
          </a:solidFill>
          <a:ln/>
        </p:spPr>
      </p:sp>
      <p:pic>
        <p:nvPicPr>
          <p:cNvPr id="6" name="Image 0" descr="">    </p:cNvPr>
          <p:cNvPicPr>
            <a:picLocks noChangeAspect="1"/>
          </p:cNvPicPr>
          <p:nvPr/>
        </p:nvPicPr>
        <p:blipFill>
          <a:blip r:embed="rId1"/>
          <a:stretch>
            <a:fillRect/>
          </a:stretch>
        </p:blipFill>
        <p:spPr>
          <a:xfrm>
            <a:off x="990600" y="1752600"/>
            <a:ext cx="228600" cy="228600"/>
          </a:xfrm>
          <a:prstGeom prst="rect">
            <a:avLst/>
          </a:prstGeom>
        </p:spPr>
      </p:pic>
      <p:sp>
        <p:nvSpPr>
          <p:cNvPr id="7" name="Text 4"/>
          <p:cNvSpPr txBox="1"/>
          <p:nvPr/>
        </p:nvSpPr>
        <p:spPr>
          <a:xfrm>
            <a:off x="1447800" y="1638300"/>
            <a:ext cx="857250" cy="457200"/>
          </a:xfrm>
          <a:prstGeom prst="rect">
            <a:avLst/>
          </a:prstGeom>
          <a:noFill/>
          <a:ln/>
        </p:spPr>
        <p:txBody>
          <a:bodyPr wrap="square" lIns="0" tIns="0" rIns="0" bIns="0" rtlCol="0" anchor="ctr"/>
          <a:lstStyle/>
          <a:p>
            <a:pPr algn="l" indent="0" marL="0">
              <a:lnSpc>
                <a:spcPct val="101900"/>
              </a:lnSpc>
              <a:buNone/>
            </a:pPr>
            <a:r>
              <a:rPr lang="ko-KR" altLang="en-US" sz="1500" dirty="0">
                <a:solidFill>
                  <a:schemeClr val="accent5"/>
                </a:solidFill>
                <a:latin typeface="Paperlogy 6 SemiBold" pitchFamily="34" charset="0"/>
                <a:ea typeface="Paperlogy 6 SemiBold" pitchFamily="34" charset="-127"/>
                <a:cs typeface="Paperlogy 6 SemiBold" pitchFamily="34" charset="-120"/>
              </a:rPr>
              <a:t>준공</a:t>
            </a:r>
            <a:endParaRPr lang="ko-KR" sz="1500" dirty="0"/>
          </a:p>
        </p:txBody>
      </p:sp>
      <p:sp>
        <p:nvSpPr>
          <p:cNvPr id="8" name="Text 5"/>
          <p:cNvSpPr txBox="1"/>
          <p:nvPr/>
        </p:nvSpPr>
        <p:spPr>
          <a:xfrm>
            <a:off x="876300" y="2190750"/>
            <a:ext cx="2286000" cy="438150"/>
          </a:xfrm>
          <a:prstGeom prst="rect">
            <a:avLst/>
          </a:prstGeom>
          <a:noFill/>
          <a:ln/>
        </p:spPr>
        <p:txBody>
          <a:bodyPr wrap="square" lIns="0" tIns="0" rIns="0" bIns="0" rtlCol="0" anchor="ctr"/>
          <a:lstStyle/>
          <a:p>
            <a:pPr algn="l" indent="0" marL="0">
              <a:lnSpc>
                <a:spcPct val="84900"/>
              </a:lnSpc>
              <a:buNone/>
            </a:pPr>
            <a:r>
              <a:rPr lang="ko-KR" altLang="en-US" sz="2800" dirty="0">
                <a:solidFill>
                  <a:schemeClr val="tx1"/>
                </a:solidFill>
                <a:latin typeface="Paperlogy 8 ExtraBold" pitchFamily="34" charset="0"/>
                <a:ea typeface="Paperlogy 8 ExtraBold" pitchFamily="34" charset="-127"/>
                <a:cs typeface="Paperlogy 8 ExtraBold" pitchFamily="34" charset="-120"/>
              </a:rPr>
              <a:t>2016</a:t>
            </a:r>
            <a:pPr algn="l" indent="0" marL="0">
              <a:lnSpc>
                <a:spcPct val="84900"/>
              </a:lnSpc>
              <a:buNone/>
            </a:pPr>
            <a:r>
              <a:rPr lang="ko-KR" altLang="en-US" sz="1600" dirty="0">
                <a:solidFill>
                  <a:schemeClr val="tx1"/>
                </a:solidFill>
                <a:latin typeface="Paperlogy 7 Bold" pitchFamily="34" charset="0"/>
                <a:ea typeface="Paperlogy 7 Bold" pitchFamily="34" charset="-127"/>
                <a:cs typeface="Paperlogy 7 Bold" pitchFamily="34" charset="-120"/>
              </a:rPr>
              <a:t>년</a:t>
            </a:r>
            <a:endParaRPr lang="ko-KR" sz="1400" dirty="0"/>
          </a:p>
        </p:txBody>
      </p:sp>
      <p:sp>
        <p:nvSpPr>
          <p:cNvPr id="9" name="Text 6"/>
          <p:cNvSpPr txBox="1"/>
          <p:nvPr/>
        </p:nvSpPr>
        <p:spPr>
          <a:xfrm>
            <a:off x="876300" y="2667000"/>
            <a:ext cx="2286000" cy="228600"/>
          </a:xfrm>
          <a:prstGeom prst="rect">
            <a:avLst/>
          </a:prstGeom>
          <a:noFill/>
          <a:ln/>
        </p:spPr>
        <p:txBody>
          <a:bodyPr wrap="square" lIns="0" tIns="0" rIns="0" bIns="0" rtlCol="0" anchor="ctr"/>
          <a:lstStyle/>
          <a:p>
            <a:pPr algn="l" indent="0" marL="0">
              <a:lnSpc>
                <a:spcPct val="101900"/>
              </a:lnSpc>
              <a:buNone/>
            </a:pPr>
            <a:r>
              <a:rPr lang="ko-KR" altLang="en-US" sz="1400" dirty="0">
                <a:solidFill>
                  <a:schemeClr val="accent5"/>
                </a:solidFill>
                <a:latin typeface="Paperlogy 4 Regular" pitchFamily="34" charset="0"/>
                <a:ea typeface="Paperlogy 4 Regular" pitchFamily="34" charset="-127"/>
                <a:cs typeface="Paperlogy 4 Regular" pitchFamily="34" charset="-120"/>
              </a:rPr>
              <a:t>국도대체우회도로 건설공사</a:t>
            </a:r>
            <a:endParaRPr lang="ko-KR" sz="1400" dirty="0"/>
          </a:p>
        </p:txBody>
      </p:sp>
      <p:sp>
        <p:nvSpPr>
          <p:cNvPr id="10" name="Shape 7"/>
          <p:cNvSpPr/>
          <p:nvPr/>
        </p:nvSpPr>
        <p:spPr>
          <a:xfrm>
            <a:off x="3429000" y="1447800"/>
            <a:ext cx="2590800" cy="1600200"/>
          </a:xfrm>
          <a:prstGeom prst="roundRect">
            <a:avLst>
              <a:gd name="adj" fmla="val 9524"/>
            </a:avLst>
          </a:prstGeom>
          <a:solidFill>
            <a:schemeClr val="bg1"/>
          </a:solidFill>
          <a:ln w="14288">
            <a:solidFill>
              <a:schemeClr val="accent6"/>
            </a:solidFill>
            <a:prstDash val="solid"/>
          </a:ln>
        </p:spPr>
      </p:sp>
      <p:sp>
        <p:nvSpPr>
          <p:cNvPr id="11" name="Shape 8"/>
          <p:cNvSpPr/>
          <p:nvPr/>
        </p:nvSpPr>
        <p:spPr>
          <a:xfrm>
            <a:off x="3619500" y="1638300"/>
            <a:ext cx="457200" cy="457200"/>
          </a:xfrm>
          <a:prstGeom prst="ellipse">
            <a:avLst/>
          </a:prstGeom>
          <a:solidFill>
            <a:schemeClr val="tx2"/>
          </a:solidFill>
          <a:ln/>
        </p:spPr>
      </p:sp>
      <p:pic>
        <p:nvPicPr>
          <p:cNvPr id="12" name="Image 1" descr="">    </p:cNvPr>
          <p:cNvPicPr>
            <a:picLocks noChangeAspect="1"/>
          </p:cNvPicPr>
          <p:nvPr/>
        </p:nvPicPr>
        <p:blipFill>
          <a:blip r:embed="rId2"/>
          <a:stretch>
            <a:fillRect/>
          </a:stretch>
        </p:blipFill>
        <p:spPr>
          <a:xfrm>
            <a:off x="3733800" y="1752600"/>
            <a:ext cx="228600" cy="228600"/>
          </a:xfrm>
          <a:prstGeom prst="rect">
            <a:avLst/>
          </a:prstGeom>
        </p:spPr>
      </p:pic>
      <p:sp>
        <p:nvSpPr>
          <p:cNvPr id="13" name="Text 9"/>
          <p:cNvSpPr txBox="1"/>
          <p:nvPr/>
        </p:nvSpPr>
        <p:spPr>
          <a:xfrm>
            <a:off x="4191000" y="1638300"/>
            <a:ext cx="857250" cy="457200"/>
          </a:xfrm>
          <a:prstGeom prst="rect">
            <a:avLst/>
          </a:prstGeom>
          <a:noFill/>
          <a:ln/>
        </p:spPr>
        <p:txBody>
          <a:bodyPr wrap="square" lIns="0" tIns="0" rIns="0" bIns="0" rtlCol="0" anchor="ctr"/>
          <a:lstStyle/>
          <a:p>
            <a:pPr algn="l" indent="0" marL="0">
              <a:lnSpc>
                <a:spcPct val="101900"/>
              </a:lnSpc>
              <a:buNone/>
            </a:pPr>
            <a:r>
              <a:rPr lang="ko-KR" altLang="en-US" sz="1500" dirty="0">
                <a:solidFill>
                  <a:schemeClr val="accent5"/>
                </a:solidFill>
                <a:latin typeface="Paperlogy 6 SemiBold" pitchFamily="34" charset="0"/>
                <a:ea typeface="Paperlogy 6 SemiBold" pitchFamily="34" charset="-127"/>
                <a:cs typeface="Paperlogy 6 SemiBold" pitchFamily="34" charset="-120"/>
              </a:rPr>
              <a:t>연장</a:t>
            </a:r>
            <a:endParaRPr lang="ko-KR" sz="1500" dirty="0"/>
          </a:p>
        </p:txBody>
      </p:sp>
      <p:sp>
        <p:nvSpPr>
          <p:cNvPr id="14" name="Shape 10"/>
          <p:cNvSpPr/>
          <p:nvPr/>
        </p:nvSpPr>
        <p:spPr>
          <a:xfrm>
            <a:off x="4838700" y="1743075"/>
            <a:ext cx="990600" cy="247650"/>
          </a:xfrm>
          <a:prstGeom prst="roundRect">
            <a:avLst>
              <a:gd name="adj" fmla="val 50000"/>
            </a:avLst>
          </a:prstGeom>
          <a:ln w="14288">
            <a:solidFill>
              <a:schemeClr val="accent2"/>
            </a:solidFill>
            <a:prstDash val="solid"/>
          </a:ln>
        </p:spPr>
      </p:sp>
      <p:sp>
        <p:nvSpPr>
          <p:cNvPr id="15" name="Text 11"/>
          <p:cNvSpPr txBox="1"/>
          <p:nvPr/>
        </p:nvSpPr>
        <p:spPr>
          <a:xfrm>
            <a:off x="4838700" y="1743075"/>
            <a:ext cx="990600" cy="247650"/>
          </a:xfrm>
          <a:prstGeom prst="rect">
            <a:avLst/>
          </a:prstGeom>
          <a:noFill/>
          <a:ln/>
        </p:spPr>
        <p:txBody>
          <a:bodyPr wrap="square" lIns="0" tIns="0" rIns="0" bIns="0" rtlCol="0" anchor="ctr"/>
          <a:lstStyle/>
          <a:p>
            <a:pPr algn="ctr" indent="0" marL="0">
              <a:lnSpc>
                <a:spcPct val="101900"/>
              </a:lnSpc>
              <a:buNone/>
            </a:pPr>
            <a:r>
              <a:rPr lang="ko-KR" altLang="en-US" sz="1200" dirty="0">
                <a:solidFill>
                  <a:schemeClr val="accent2"/>
                </a:solidFill>
                <a:latin typeface="Paperlogy 6 SemiBold" pitchFamily="34" charset="0"/>
                <a:ea typeface="Paperlogy 6 SemiBold" pitchFamily="34" charset="-127"/>
                <a:cs typeface="Paperlogy 6 SemiBold" pitchFamily="34" charset="-120"/>
              </a:rPr>
              <a:t>4등급 단터널</a:t>
            </a:r>
            <a:endParaRPr lang="ko-KR" sz="1200" dirty="0"/>
          </a:p>
        </p:txBody>
      </p:sp>
      <p:sp>
        <p:nvSpPr>
          <p:cNvPr id="16" name="Text 12"/>
          <p:cNvSpPr txBox="1"/>
          <p:nvPr/>
        </p:nvSpPr>
        <p:spPr>
          <a:xfrm>
            <a:off x="3619500" y="2190750"/>
            <a:ext cx="2286000" cy="438150"/>
          </a:xfrm>
          <a:prstGeom prst="rect">
            <a:avLst/>
          </a:prstGeom>
          <a:noFill/>
          <a:ln/>
        </p:spPr>
        <p:txBody>
          <a:bodyPr wrap="square" lIns="0" tIns="0" rIns="0" bIns="0" rtlCol="0" anchor="ctr"/>
          <a:lstStyle/>
          <a:p>
            <a:pPr algn="l" indent="0" marL="0">
              <a:lnSpc>
                <a:spcPct val="84900"/>
              </a:lnSpc>
              <a:buNone/>
            </a:pPr>
            <a:r>
              <a:rPr lang="ko-KR" altLang="en-US" sz="2800" dirty="0">
                <a:solidFill>
                  <a:schemeClr val="tx1"/>
                </a:solidFill>
                <a:latin typeface="Paperlogy 8 ExtraBold" pitchFamily="34" charset="0"/>
                <a:ea typeface="Paperlogy 8 ExtraBold" pitchFamily="34" charset="-127"/>
                <a:cs typeface="Paperlogy 8 ExtraBold" pitchFamily="34" charset="-120"/>
              </a:rPr>
              <a:t>340</a:t>
            </a:r>
            <a:pPr algn="l" indent="0" marL="0">
              <a:lnSpc>
                <a:spcPct val="84900"/>
              </a:lnSpc>
              <a:buNone/>
            </a:pPr>
            <a:r>
              <a:rPr lang="ko-KR" altLang="en-US" sz="1600" dirty="0">
                <a:solidFill>
                  <a:schemeClr val="tx1"/>
                </a:solidFill>
                <a:latin typeface="Paperlogy 7 Bold" pitchFamily="34" charset="0"/>
                <a:ea typeface="Paperlogy 7 Bold" pitchFamily="34" charset="-127"/>
                <a:cs typeface="Paperlogy 7 Bold" pitchFamily="34" charset="-120"/>
              </a:rPr>
              <a:t>m</a:t>
            </a:r>
            <a:pPr algn="l" indent="0" marL="0">
              <a:lnSpc>
                <a:spcPct val="84900"/>
              </a:lnSpc>
              <a:buNone/>
            </a:pPr>
            <a:r>
              <a:rPr lang="ko-KR" altLang="en-US" sz="2000" dirty="0">
                <a:solidFill>
                  <a:schemeClr val="tx1"/>
                </a:solidFill>
                <a:latin typeface="Paperlogy 7 Bold" pitchFamily="34" charset="0"/>
                <a:ea typeface="Paperlogy 7 Bold" pitchFamily="34" charset="-127"/>
                <a:cs typeface="Paperlogy 7 Bold" pitchFamily="34" charset="-120"/>
              </a:rPr>
              <a:t>  ·  </a:t>
            </a:r>
            <a:pPr algn="l" indent="0" marL="0">
              <a:lnSpc>
                <a:spcPct val="84900"/>
              </a:lnSpc>
              <a:buNone/>
            </a:pPr>
            <a:r>
              <a:rPr lang="ko-KR" altLang="en-US" sz="2800" dirty="0">
                <a:solidFill>
                  <a:schemeClr val="tx1"/>
                </a:solidFill>
                <a:latin typeface="Paperlogy 8 ExtraBold" pitchFamily="34" charset="0"/>
                <a:ea typeface="Paperlogy 8 ExtraBold" pitchFamily="34" charset="-127"/>
                <a:cs typeface="Paperlogy 8 ExtraBold" pitchFamily="34" charset="-120"/>
              </a:rPr>
              <a:t>350</a:t>
            </a:r>
            <a:pPr algn="l" indent="0" marL="0">
              <a:lnSpc>
                <a:spcPct val="84900"/>
              </a:lnSpc>
              <a:buNone/>
            </a:pPr>
            <a:r>
              <a:rPr lang="ko-KR" altLang="en-US" sz="1600" dirty="0">
                <a:solidFill>
                  <a:schemeClr val="tx1"/>
                </a:solidFill>
                <a:latin typeface="Paperlogy 7 Bold" pitchFamily="34" charset="0"/>
                <a:ea typeface="Paperlogy 7 Bold" pitchFamily="34" charset="-127"/>
                <a:cs typeface="Paperlogy 7 Bold" pitchFamily="34" charset="-120"/>
              </a:rPr>
              <a:t>m</a:t>
            </a:r>
            <a:endParaRPr lang="ko-KR" sz="1400" dirty="0"/>
          </a:p>
        </p:txBody>
      </p:sp>
      <p:sp>
        <p:nvSpPr>
          <p:cNvPr id="17" name="Text 13"/>
          <p:cNvSpPr txBox="1"/>
          <p:nvPr/>
        </p:nvSpPr>
        <p:spPr>
          <a:xfrm>
            <a:off x="3619500" y="2667000"/>
            <a:ext cx="2286000" cy="228600"/>
          </a:xfrm>
          <a:prstGeom prst="rect">
            <a:avLst/>
          </a:prstGeom>
          <a:noFill/>
          <a:ln/>
        </p:spPr>
        <p:txBody>
          <a:bodyPr wrap="square" lIns="0" tIns="0" rIns="0" bIns="0" rtlCol="0" anchor="ctr"/>
          <a:lstStyle/>
          <a:p>
            <a:pPr algn="l" indent="0" marL="0">
              <a:lnSpc>
                <a:spcPct val="101900"/>
              </a:lnSpc>
              <a:buNone/>
            </a:pPr>
            <a:r>
              <a:rPr lang="ko-KR" altLang="en-US" sz="1400" dirty="0">
                <a:solidFill>
                  <a:schemeClr val="accent5"/>
                </a:solidFill>
                <a:latin typeface="Paperlogy 4 Regular" pitchFamily="34" charset="0"/>
                <a:ea typeface="Paperlogy 4 Regular" pitchFamily="34" charset="-127"/>
                <a:cs typeface="Paperlogy 4 Regular" pitchFamily="34" charset="-120"/>
              </a:rPr>
              <a:t>서산방향 · 당진방향</a:t>
            </a:r>
            <a:endParaRPr lang="ko-KR" sz="1400" dirty="0"/>
          </a:p>
        </p:txBody>
      </p:sp>
      <p:sp>
        <p:nvSpPr>
          <p:cNvPr id="18" name="Shape 14"/>
          <p:cNvSpPr/>
          <p:nvPr/>
        </p:nvSpPr>
        <p:spPr>
          <a:xfrm>
            <a:off x="6172200" y="1447800"/>
            <a:ext cx="2590800" cy="1600200"/>
          </a:xfrm>
          <a:prstGeom prst="roundRect">
            <a:avLst>
              <a:gd name="adj" fmla="val 9524"/>
            </a:avLst>
          </a:prstGeom>
          <a:solidFill>
            <a:schemeClr val="bg1"/>
          </a:solidFill>
          <a:ln w="14288">
            <a:solidFill>
              <a:schemeClr val="accent6"/>
            </a:solidFill>
            <a:prstDash val="solid"/>
          </a:ln>
        </p:spPr>
      </p:sp>
      <p:sp>
        <p:nvSpPr>
          <p:cNvPr id="19" name="Shape 15"/>
          <p:cNvSpPr/>
          <p:nvPr/>
        </p:nvSpPr>
        <p:spPr>
          <a:xfrm>
            <a:off x="6362700" y="1638300"/>
            <a:ext cx="457200" cy="457200"/>
          </a:xfrm>
          <a:prstGeom prst="ellipse">
            <a:avLst/>
          </a:prstGeom>
          <a:solidFill>
            <a:schemeClr val="tx2"/>
          </a:solidFill>
          <a:ln/>
        </p:spPr>
      </p:sp>
      <p:pic>
        <p:nvPicPr>
          <p:cNvPr id="20" name="Image 2" descr="">    </p:cNvPr>
          <p:cNvPicPr>
            <a:picLocks noChangeAspect="1"/>
          </p:cNvPicPr>
          <p:nvPr/>
        </p:nvPicPr>
        <p:blipFill>
          <a:blip r:embed="rId3"/>
          <a:stretch>
            <a:fillRect/>
          </a:stretch>
        </p:blipFill>
        <p:spPr>
          <a:xfrm>
            <a:off x="6477000" y="1752600"/>
            <a:ext cx="228600" cy="228600"/>
          </a:xfrm>
          <a:prstGeom prst="rect">
            <a:avLst/>
          </a:prstGeom>
        </p:spPr>
      </p:pic>
      <p:sp>
        <p:nvSpPr>
          <p:cNvPr id="21" name="Text 16"/>
          <p:cNvSpPr txBox="1"/>
          <p:nvPr/>
        </p:nvSpPr>
        <p:spPr>
          <a:xfrm>
            <a:off x="6934200" y="1638300"/>
            <a:ext cx="857250" cy="457200"/>
          </a:xfrm>
          <a:prstGeom prst="rect">
            <a:avLst/>
          </a:prstGeom>
          <a:noFill/>
          <a:ln/>
        </p:spPr>
        <p:txBody>
          <a:bodyPr wrap="square" lIns="0" tIns="0" rIns="0" bIns="0" rtlCol="0" anchor="ctr"/>
          <a:lstStyle/>
          <a:p>
            <a:pPr algn="l" indent="0" marL="0">
              <a:lnSpc>
                <a:spcPct val="101900"/>
              </a:lnSpc>
              <a:buNone/>
            </a:pPr>
            <a:r>
              <a:rPr lang="ko-KR" altLang="en-US" sz="1500" dirty="0">
                <a:solidFill>
                  <a:schemeClr val="accent5"/>
                </a:solidFill>
                <a:latin typeface="Paperlogy 6 SemiBold" pitchFamily="34" charset="0"/>
                <a:ea typeface="Paperlogy 6 SemiBold" pitchFamily="34" charset="-127"/>
                <a:cs typeface="Paperlogy 6 SemiBold" pitchFamily="34" charset="-120"/>
              </a:rPr>
              <a:t>소화기</a:t>
            </a:r>
            <a:endParaRPr lang="ko-KR" sz="1500" dirty="0"/>
          </a:p>
        </p:txBody>
      </p:sp>
      <p:sp>
        <p:nvSpPr>
          <p:cNvPr id="22" name="Text 17"/>
          <p:cNvSpPr txBox="1"/>
          <p:nvPr/>
        </p:nvSpPr>
        <p:spPr>
          <a:xfrm>
            <a:off x="6362700" y="2190750"/>
            <a:ext cx="2286000" cy="438150"/>
          </a:xfrm>
          <a:prstGeom prst="rect">
            <a:avLst/>
          </a:prstGeom>
          <a:noFill/>
          <a:ln/>
        </p:spPr>
        <p:txBody>
          <a:bodyPr wrap="square" lIns="0" tIns="0" rIns="0" bIns="0" rtlCol="0" anchor="ctr"/>
          <a:lstStyle/>
          <a:p>
            <a:pPr algn="l" indent="0" marL="0">
              <a:lnSpc>
                <a:spcPct val="84900"/>
              </a:lnSpc>
              <a:buNone/>
            </a:pPr>
            <a:r>
              <a:rPr lang="ko-KR" altLang="en-US" sz="2800" dirty="0">
                <a:solidFill>
                  <a:schemeClr val="tx1"/>
                </a:solidFill>
                <a:latin typeface="Paperlogy 8 ExtraBold" pitchFamily="34" charset="0"/>
                <a:ea typeface="Paperlogy 8 ExtraBold" pitchFamily="34" charset="-127"/>
                <a:cs typeface="Paperlogy 8 ExtraBold" pitchFamily="34" charset="-120"/>
              </a:rPr>
              <a:t>28</a:t>
            </a:r>
            <a:pPr algn="l" indent="0" marL="0">
              <a:lnSpc>
                <a:spcPct val="84900"/>
              </a:lnSpc>
              <a:buNone/>
            </a:pPr>
            <a:r>
              <a:rPr lang="ko-KR" altLang="en-US" sz="1600" dirty="0">
                <a:solidFill>
                  <a:schemeClr val="tx1"/>
                </a:solidFill>
                <a:latin typeface="Paperlogy 7 Bold" pitchFamily="34" charset="0"/>
                <a:ea typeface="Paperlogy 7 Bold" pitchFamily="34" charset="-127"/>
                <a:cs typeface="Paperlogy 7 Bold" pitchFamily="34" charset="-120"/>
              </a:rPr>
              <a:t>개</a:t>
            </a:r>
            <a:endParaRPr lang="ko-KR" sz="1400" dirty="0"/>
          </a:p>
        </p:txBody>
      </p:sp>
      <p:sp>
        <p:nvSpPr>
          <p:cNvPr id="23" name="Text 18"/>
          <p:cNvSpPr txBox="1"/>
          <p:nvPr/>
        </p:nvSpPr>
        <p:spPr>
          <a:xfrm>
            <a:off x="6362700" y="2667000"/>
            <a:ext cx="2286000" cy="228600"/>
          </a:xfrm>
          <a:prstGeom prst="rect">
            <a:avLst/>
          </a:prstGeom>
          <a:noFill/>
          <a:ln/>
        </p:spPr>
        <p:txBody>
          <a:bodyPr wrap="square" lIns="0" tIns="0" rIns="0" bIns="0" rtlCol="0" anchor="ctr"/>
          <a:lstStyle/>
          <a:p>
            <a:pPr algn="l" indent="0" marL="0">
              <a:lnSpc>
                <a:spcPct val="101900"/>
              </a:lnSpc>
              <a:buNone/>
            </a:pPr>
            <a:r>
              <a:rPr lang="ko-KR" altLang="en-US" sz="1400" dirty="0">
                <a:solidFill>
                  <a:schemeClr val="accent5"/>
                </a:solidFill>
                <a:latin typeface="Paperlogy 4 Regular" pitchFamily="34" charset="0"/>
                <a:ea typeface="Paperlogy 4 Regular" pitchFamily="34" charset="-127"/>
                <a:cs typeface="Paperlogy 4 Regular" pitchFamily="34" charset="-120"/>
              </a:rPr>
              <a:t>방향별 14개</a:t>
            </a:r>
            <a:endParaRPr lang="ko-KR" sz="1400" dirty="0"/>
          </a:p>
        </p:txBody>
      </p:sp>
      <p:sp>
        <p:nvSpPr>
          <p:cNvPr id="24" name="Shape 19"/>
          <p:cNvSpPr/>
          <p:nvPr/>
        </p:nvSpPr>
        <p:spPr>
          <a:xfrm>
            <a:off x="8915400" y="1447800"/>
            <a:ext cx="2590800" cy="1600200"/>
          </a:xfrm>
          <a:prstGeom prst="roundRect">
            <a:avLst>
              <a:gd name="adj" fmla="val 9524"/>
            </a:avLst>
          </a:prstGeom>
          <a:solidFill>
            <a:schemeClr val="bg1"/>
          </a:solidFill>
          <a:ln w="14288">
            <a:solidFill>
              <a:schemeClr val="accent6"/>
            </a:solidFill>
            <a:prstDash val="solid"/>
          </a:ln>
        </p:spPr>
      </p:sp>
      <p:sp>
        <p:nvSpPr>
          <p:cNvPr id="25" name="Shape 20"/>
          <p:cNvSpPr/>
          <p:nvPr/>
        </p:nvSpPr>
        <p:spPr>
          <a:xfrm>
            <a:off x="9105900" y="1638300"/>
            <a:ext cx="457200" cy="457200"/>
          </a:xfrm>
          <a:prstGeom prst="ellipse">
            <a:avLst/>
          </a:prstGeom>
          <a:solidFill>
            <a:schemeClr val="tx2"/>
          </a:solidFill>
          <a:ln/>
        </p:spPr>
      </p:sp>
      <p:pic>
        <p:nvPicPr>
          <p:cNvPr id="26" name="Image 3" descr="">    </p:cNvPr>
          <p:cNvPicPr>
            <a:picLocks noChangeAspect="1"/>
          </p:cNvPicPr>
          <p:nvPr/>
        </p:nvPicPr>
        <p:blipFill>
          <a:blip r:embed="rId4"/>
          <a:stretch>
            <a:fillRect/>
          </a:stretch>
        </p:blipFill>
        <p:spPr>
          <a:xfrm>
            <a:off x="9220200" y="1752600"/>
            <a:ext cx="228600" cy="228600"/>
          </a:xfrm>
          <a:prstGeom prst="rect">
            <a:avLst/>
          </a:prstGeom>
        </p:spPr>
      </p:pic>
      <p:sp>
        <p:nvSpPr>
          <p:cNvPr id="27" name="Text 21"/>
          <p:cNvSpPr txBox="1"/>
          <p:nvPr/>
        </p:nvSpPr>
        <p:spPr>
          <a:xfrm>
            <a:off x="9677400" y="1638300"/>
            <a:ext cx="857250" cy="457200"/>
          </a:xfrm>
          <a:prstGeom prst="rect">
            <a:avLst/>
          </a:prstGeom>
          <a:noFill/>
          <a:ln/>
        </p:spPr>
        <p:txBody>
          <a:bodyPr wrap="square" lIns="0" tIns="0" rIns="0" bIns="0" rtlCol="0" anchor="ctr"/>
          <a:lstStyle/>
          <a:p>
            <a:pPr algn="l" indent="0" marL="0">
              <a:lnSpc>
                <a:spcPct val="101900"/>
              </a:lnSpc>
              <a:buNone/>
            </a:pPr>
            <a:r>
              <a:rPr lang="ko-KR" altLang="en-US" sz="1500" dirty="0">
                <a:solidFill>
                  <a:schemeClr val="accent5"/>
                </a:solidFill>
                <a:latin typeface="Paperlogy 6 SemiBold" pitchFamily="34" charset="0"/>
                <a:ea typeface="Paperlogy 6 SemiBold" pitchFamily="34" charset="-127"/>
                <a:cs typeface="Paperlogy 6 SemiBold" pitchFamily="34" charset="-120"/>
              </a:rPr>
              <a:t>CCTV</a:t>
            </a:r>
            <a:endParaRPr lang="ko-KR" sz="1500" dirty="0"/>
          </a:p>
        </p:txBody>
      </p:sp>
      <p:sp>
        <p:nvSpPr>
          <p:cNvPr id="28" name="Text 22"/>
          <p:cNvSpPr txBox="1"/>
          <p:nvPr/>
        </p:nvSpPr>
        <p:spPr>
          <a:xfrm>
            <a:off x="9105900" y="2190750"/>
            <a:ext cx="2286000" cy="438150"/>
          </a:xfrm>
          <a:prstGeom prst="rect">
            <a:avLst/>
          </a:prstGeom>
          <a:noFill/>
          <a:ln/>
        </p:spPr>
        <p:txBody>
          <a:bodyPr wrap="square" lIns="0" tIns="0" rIns="0" bIns="0" rtlCol="0" anchor="ctr"/>
          <a:lstStyle/>
          <a:p>
            <a:pPr algn="l" indent="0" marL="0">
              <a:lnSpc>
                <a:spcPct val="84900"/>
              </a:lnSpc>
              <a:buNone/>
            </a:pPr>
            <a:r>
              <a:rPr lang="ko-KR" altLang="en-US" sz="2800" dirty="0">
                <a:solidFill>
                  <a:schemeClr val="tx1"/>
                </a:solidFill>
                <a:latin typeface="Paperlogy 8 ExtraBold" pitchFamily="34" charset="0"/>
                <a:ea typeface="Paperlogy 8 ExtraBold" pitchFamily="34" charset="-127"/>
                <a:cs typeface="Paperlogy 8 ExtraBold" pitchFamily="34" charset="-120"/>
              </a:rPr>
              <a:t>6</a:t>
            </a:r>
            <a:pPr algn="l" indent="0" marL="0">
              <a:lnSpc>
                <a:spcPct val="84900"/>
              </a:lnSpc>
              <a:buNone/>
            </a:pPr>
            <a:r>
              <a:rPr lang="ko-KR" altLang="en-US" sz="1600" dirty="0">
                <a:solidFill>
                  <a:schemeClr val="tx1"/>
                </a:solidFill>
                <a:latin typeface="Paperlogy 7 Bold" pitchFamily="34" charset="0"/>
                <a:ea typeface="Paperlogy 7 Bold" pitchFamily="34" charset="-127"/>
                <a:cs typeface="Paperlogy 7 Bold" pitchFamily="34" charset="-120"/>
              </a:rPr>
              <a:t>대</a:t>
            </a:r>
            <a:endParaRPr lang="ko-KR" sz="1400" dirty="0"/>
          </a:p>
        </p:txBody>
      </p:sp>
      <p:sp>
        <p:nvSpPr>
          <p:cNvPr id="29" name="Text 23"/>
          <p:cNvSpPr txBox="1"/>
          <p:nvPr/>
        </p:nvSpPr>
        <p:spPr>
          <a:xfrm>
            <a:off x="9105900" y="2667000"/>
            <a:ext cx="2286000" cy="228600"/>
          </a:xfrm>
          <a:prstGeom prst="rect">
            <a:avLst/>
          </a:prstGeom>
          <a:noFill/>
          <a:ln/>
        </p:spPr>
        <p:txBody>
          <a:bodyPr wrap="square" lIns="0" tIns="0" rIns="0" bIns="0" rtlCol="0" anchor="ctr"/>
          <a:lstStyle/>
          <a:p>
            <a:pPr algn="l" indent="0" marL="0">
              <a:lnSpc>
                <a:spcPct val="101900"/>
              </a:lnSpc>
              <a:buNone/>
            </a:pPr>
            <a:r>
              <a:rPr lang="ko-KR" altLang="en-US" sz="1400" dirty="0">
                <a:solidFill>
                  <a:schemeClr val="accent5"/>
                </a:solidFill>
                <a:latin typeface="Paperlogy 4 Regular" pitchFamily="34" charset="0"/>
                <a:ea typeface="Paperlogy 4 Regular" pitchFamily="34" charset="-127"/>
                <a:cs typeface="Paperlogy 4 Regular" pitchFamily="34" charset="-120"/>
              </a:rPr>
              <a:t>방향별 3대</a:t>
            </a:r>
            <a:endParaRPr lang="ko-KR" sz="1400" dirty="0"/>
          </a:p>
        </p:txBody>
      </p:sp>
      <p:sp>
        <p:nvSpPr>
          <p:cNvPr id="30" name="Text 24"/>
          <p:cNvSpPr txBox="1"/>
          <p:nvPr/>
        </p:nvSpPr>
        <p:spPr>
          <a:xfrm>
            <a:off x="685800" y="3314700"/>
            <a:ext cx="7620000" cy="266700"/>
          </a:xfrm>
          <a:prstGeom prst="rect">
            <a:avLst/>
          </a:prstGeom>
          <a:noFill/>
          <a:ln/>
        </p:spPr>
        <p:txBody>
          <a:bodyPr wrap="square" lIns="0" tIns="0" rIns="0" bIns="0" rtlCol="0" anchor="ctr"/>
          <a:lstStyle/>
          <a:p>
            <a:pPr algn="l" indent="0" marL="0">
              <a:lnSpc>
                <a:spcPct val="101900"/>
              </a:lnSpc>
              <a:buNone/>
            </a:pPr>
            <a:r>
              <a:rPr lang="ko-KR" altLang="en-US" sz="1800" dirty="0">
                <a:solidFill>
                  <a:schemeClr val="tx1"/>
                </a:solidFill>
                <a:latin typeface="Paperlogy 7 Bold" pitchFamily="34" charset="0"/>
                <a:ea typeface="Paperlogy 7 Bold" pitchFamily="34" charset="-127"/>
                <a:cs typeface="Paperlogy 7 Bold" pitchFamily="34" charset="-120"/>
              </a:rPr>
              <a:t>방재시설 운영</a:t>
            </a:r>
            <a:pPr algn="l" indent="0" marL="0">
              <a:lnSpc>
                <a:spcPct val="101900"/>
              </a:lnSpc>
              <a:buNone/>
            </a:pPr>
            <a:r>
              <a:rPr lang="ko-KR" altLang="en-US" sz="1400" dirty="0">
                <a:solidFill>
                  <a:schemeClr val="accent5"/>
                </a:solidFill>
                <a:latin typeface="Paperlogy 5 Medium" pitchFamily="34" charset="0"/>
                <a:ea typeface="Paperlogy 5 Medium" pitchFamily="34" charset="-127"/>
                <a:cs typeface="Paperlogy 5 Medium" pitchFamily="34" charset="-120"/>
              </a:rPr>
              <a:t>   소화기 · CCTV · 조명제어설비 등 기본 방재시설</a:t>
            </a:r>
            <a:endParaRPr lang="ko-KR" sz="1800" dirty="0"/>
          </a:p>
        </p:txBody>
      </p:sp>
      <p:sp>
        <p:nvSpPr>
          <p:cNvPr id="31" name="Shape 25"/>
          <p:cNvSpPr/>
          <p:nvPr/>
        </p:nvSpPr>
        <p:spPr>
          <a:xfrm>
            <a:off x="685800" y="3695700"/>
            <a:ext cx="5334000" cy="1333500"/>
          </a:xfrm>
          <a:prstGeom prst="roundRect">
            <a:avLst>
              <a:gd name="adj" fmla="val 12857"/>
            </a:avLst>
          </a:prstGeom>
          <a:solidFill>
            <a:schemeClr val="bg2"/>
          </a:solidFill>
          <a:ln/>
        </p:spPr>
      </p:sp>
      <p:pic>
        <p:nvPicPr>
          <p:cNvPr id="32" name="Image 4" descr="">    </p:cNvPr>
          <p:cNvPicPr>
            <a:picLocks noChangeAspect="1"/>
          </p:cNvPicPr>
          <p:nvPr/>
        </p:nvPicPr>
        <p:blipFill>
          <a:blip r:embed="rId5"/>
          <a:stretch>
            <a:fillRect/>
          </a:stretch>
        </p:blipFill>
        <p:spPr>
          <a:xfrm>
            <a:off x="914400" y="3905250"/>
            <a:ext cx="247650" cy="247650"/>
          </a:xfrm>
          <a:prstGeom prst="rect">
            <a:avLst/>
          </a:prstGeom>
        </p:spPr>
      </p:pic>
      <p:sp>
        <p:nvSpPr>
          <p:cNvPr id="33" name="Text 26"/>
          <p:cNvSpPr txBox="1"/>
          <p:nvPr/>
        </p:nvSpPr>
        <p:spPr>
          <a:xfrm>
            <a:off x="1257300" y="3867150"/>
            <a:ext cx="4000500" cy="323850"/>
          </a:xfrm>
          <a:prstGeom prst="rect">
            <a:avLst/>
          </a:prstGeom>
          <a:noFill/>
          <a:ln/>
        </p:spPr>
        <p:txBody>
          <a:bodyPr wrap="square" lIns="0" tIns="0" rIns="0" bIns="0" rtlCol="0" anchor="ctr"/>
          <a:lstStyle/>
          <a:p>
            <a:pPr algn="l" indent="0" marL="0">
              <a:lnSpc>
                <a:spcPct val="101900"/>
              </a:lnSpc>
              <a:buNone/>
            </a:pPr>
            <a:r>
              <a:rPr lang="ko-KR" altLang="en-US" sz="1800" dirty="0">
                <a:solidFill>
                  <a:schemeClr val="tx1"/>
                </a:solidFill>
                <a:latin typeface="Paperlogy 7 Bold" pitchFamily="34" charset="0"/>
                <a:ea typeface="Paperlogy 7 Bold" pitchFamily="34" charset="-127"/>
                <a:cs typeface="Paperlogy 7 Bold" pitchFamily="34" charset="-120"/>
              </a:rPr>
              <a:t>사고 시 터널조명 100% 전환</a:t>
            </a:r>
            <a:endParaRPr lang="ko-KR" sz="1800" dirty="0"/>
          </a:p>
        </p:txBody>
      </p:sp>
      <p:sp>
        <p:nvSpPr>
          <p:cNvPr id="34" name="Text 27"/>
          <p:cNvSpPr txBox="1"/>
          <p:nvPr/>
        </p:nvSpPr>
        <p:spPr>
          <a:xfrm>
            <a:off x="914400" y="4343400"/>
            <a:ext cx="609600" cy="228600"/>
          </a:xfrm>
          <a:prstGeom prst="rect">
            <a:avLst/>
          </a:prstGeom>
          <a:noFill/>
          <a:ln/>
        </p:spPr>
        <p:txBody>
          <a:bodyPr wrap="square" lIns="0" tIns="0" rIns="0" bIns="0" rtlCol="0" anchor="ctr"/>
          <a:lstStyle/>
          <a:p>
            <a:pPr algn="l" indent="0" marL="0">
              <a:lnSpc>
                <a:spcPct val="101900"/>
              </a:lnSpc>
              <a:buNone/>
            </a:pPr>
            <a:r>
              <a:rPr lang="ko-KR" altLang="en-US" sz="1300" dirty="0">
                <a:solidFill>
                  <a:schemeClr val="accent5"/>
                </a:solidFill>
                <a:latin typeface="Paperlogy 6 SemiBold" pitchFamily="34" charset="0"/>
                <a:ea typeface="Paperlogy 6 SemiBold" pitchFamily="34" charset="-127"/>
                <a:cs typeface="Paperlogy 6 SemiBold" pitchFamily="34" charset="-120"/>
              </a:rPr>
              <a:t>평상시</a:t>
            </a:r>
            <a:endParaRPr lang="ko-KR" sz="1300" dirty="0"/>
          </a:p>
        </p:txBody>
      </p:sp>
      <p:sp>
        <p:nvSpPr>
          <p:cNvPr id="35" name="Shape 28"/>
          <p:cNvSpPr/>
          <p:nvPr/>
        </p:nvSpPr>
        <p:spPr>
          <a:xfrm>
            <a:off x="1562100" y="4391025"/>
            <a:ext cx="3238500" cy="133350"/>
          </a:xfrm>
          <a:prstGeom prst="roundRect">
            <a:avLst>
              <a:gd name="adj" fmla="val 50000"/>
            </a:avLst>
          </a:prstGeom>
          <a:solidFill>
            <a:schemeClr val="bg1"/>
          </a:solidFill>
          <a:ln/>
        </p:spPr>
      </p:sp>
      <p:sp>
        <p:nvSpPr>
          <p:cNvPr id="36" name="Shape 29"/>
          <p:cNvSpPr/>
          <p:nvPr/>
        </p:nvSpPr>
        <p:spPr>
          <a:xfrm>
            <a:off x="1562100" y="4391025"/>
            <a:ext cx="1943100" cy="133350"/>
          </a:xfrm>
          <a:prstGeom prst="roundRect">
            <a:avLst>
              <a:gd name="adj" fmla="val 50000"/>
            </a:avLst>
          </a:prstGeom>
          <a:solidFill>
            <a:schemeClr val="accent4"/>
          </a:solidFill>
          <a:ln/>
        </p:spPr>
      </p:sp>
      <p:sp>
        <p:nvSpPr>
          <p:cNvPr id="37" name="Text 30"/>
          <p:cNvSpPr txBox="1"/>
          <p:nvPr/>
        </p:nvSpPr>
        <p:spPr>
          <a:xfrm>
            <a:off x="4914900" y="4343400"/>
            <a:ext cx="952500" cy="228600"/>
          </a:xfrm>
          <a:prstGeom prst="rect">
            <a:avLst/>
          </a:prstGeom>
          <a:noFill/>
          <a:ln/>
        </p:spPr>
        <p:txBody>
          <a:bodyPr wrap="square" lIns="0" tIns="0" rIns="0" bIns="0" rtlCol="0" anchor="ctr"/>
          <a:lstStyle/>
          <a:p>
            <a:pPr algn="l" indent="0" marL="0">
              <a:lnSpc>
                <a:spcPct val="101900"/>
              </a:lnSpc>
              <a:buNone/>
            </a:pPr>
            <a:r>
              <a:rPr lang="ko-KR" altLang="en-US" sz="1500" dirty="0">
                <a:solidFill>
                  <a:schemeClr val="accent5"/>
                </a:solidFill>
                <a:latin typeface="Paperlogy 8 ExtraBold" pitchFamily="34" charset="0"/>
                <a:ea typeface="Paperlogy 8 ExtraBold" pitchFamily="34" charset="-127"/>
                <a:cs typeface="Paperlogy 8 ExtraBold" pitchFamily="34" charset="-120"/>
              </a:rPr>
              <a:t>약 60%</a:t>
            </a:r>
            <a:endParaRPr lang="ko-KR" sz="1500" dirty="0"/>
          </a:p>
        </p:txBody>
      </p:sp>
      <p:sp>
        <p:nvSpPr>
          <p:cNvPr id="38" name="Text 31"/>
          <p:cNvSpPr txBox="1"/>
          <p:nvPr/>
        </p:nvSpPr>
        <p:spPr>
          <a:xfrm>
            <a:off x="914400" y="4667250"/>
            <a:ext cx="609600" cy="228600"/>
          </a:xfrm>
          <a:prstGeom prst="rect">
            <a:avLst/>
          </a:prstGeom>
          <a:noFill/>
          <a:ln/>
        </p:spPr>
        <p:txBody>
          <a:bodyPr wrap="square" lIns="0" tIns="0" rIns="0" bIns="0" rtlCol="0" anchor="ctr"/>
          <a:lstStyle/>
          <a:p>
            <a:pPr algn="l" indent="0" marL="0">
              <a:lnSpc>
                <a:spcPct val="101900"/>
              </a:lnSpc>
              <a:buNone/>
            </a:pPr>
            <a:r>
              <a:rPr lang="ko-KR" altLang="en-US" sz="1300" dirty="0">
                <a:solidFill>
                  <a:schemeClr val="accent5"/>
                </a:solidFill>
                <a:latin typeface="Paperlogy 6 SemiBold" pitchFamily="34" charset="0"/>
                <a:ea typeface="Paperlogy 6 SemiBold" pitchFamily="34" charset="-127"/>
                <a:cs typeface="Paperlogy 6 SemiBold" pitchFamily="34" charset="-120"/>
              </a:rPr>
              <a:t>사고 시</a:t>
            </a:r>
            <a:endParaRPr lang="ko-KR" sz="1300" dirty="0"/>
          </a:p>
        </p:txBody>
      </p:sp>
      <p:sp>
        <p:nvSpPr>
          <p:cNvPr id="39" name="Shape 32"/>
          <p:cNvSpPr/>
          <p:nvPr/>
        </p:nvSpPr>
        <p:spPr>
          <a:xfrm>
            <a:off x="1562100" y="4714875"/>
            <a:ext cx="3238500" cy="133350"/>
          </a:xfrm>
          <a:prstGeom prst="roundRect">
            <a:avLst>
              <a:gd name="adj" fmla="val 50000"/>
            </a:avLst>
          </a:prstGeom>
          <a:solidFill>
            <a:schemeClr val="bg1"/>
          </a:solidFill>
          <a:ln/>
        </p:spPr>
      </p:sp>
      <p:sp>
        <p:nvSpPr>
          <p:cNvPr id="40" name="Shape 33"/>
          <p:cNvSpPr/>
          <p:nvPr/>
        </p:nvSpPr>
        <p:spPr>
          <a:xfrm>
            <a:off x="1562100" y="4714875"/>
            <a:ext cx="3238500" cy="133350"/>
          </a:xfrm>
          <a:prstGeom prst="roundRect">
            <a:avLst>
              <a:gd name="adj" fmla="val 50000"/>
            </a:avLst>
          </a:prstGeom>
          <a:solidFill>
            <a:schemeClr val="accent2"/>
          </a:solidFill>
          <a:ln/>
        </p:spPr>
      </p:sp>
      <p:sp>
        <p:nvSpPr>
          <p:cNvPr id="41" name="Text 34"/>
          <p:cNvSpPr txBox="1"/>
          <p:nvPr/>
        </p:nvSpPr>
        <p:spPr>
          <a:xfrm>
            <a:off x="4914900" y="4667250"/>
            <a:ext cx="952500" cy="228600"/>
          </a:xfrm>
          <a:prstGeom prst="rect">
            <a:avLst/>
          </a:prstGeom>
          <a:noFill/>
          <a:ln/>
        </p:spPr>
        <p:txBody>
          <a:bodyPr wrap="square" lIns="0" tIns="0" rIns="0" bIns="0" rtlCol="0" anchor="ctr"/>
          <a:lstStyle/>
          <a:p>
            <a:pPr algn="l" indent="0" marL="0">
              <a:lnSpc>
                <a:spcPct val="101900"/>
              </a:lnSpc>
              <a:buNone/>
            </a:pPr>
            <a:r>
              <a:rPr lang="ko-KR" altLang="en-US" sz="1500" dirty="0">
                <a:solidFill>
                  <a:schemeClr val="accent2"/>
                </a:solidFill>
                <a:latin typeface="Paperlogy 8 ExtraBold" pitchFamily="34" charset="0"/>
                <a:ea typeface="Paperlogy 8 ExtraBold" pitchFamily="34" charset="-127"/>
                <a:cs typeface="Paperlogy 8 ExtraBold" pitchFamily="34" charset="-120"/>
              </a:rPr>
              <a:t>100%</a:t>
            </a:r>
            <a:endParaRPr lang="ko-KR" sz="1500" dirty="0"/>
          </a:p>
        </p:txBody>
      </p:sp>
      <p:sp>
        <p:nvSpPr>
          <p:cNvPr id="42" name="Shape 35"/>
          <p:cNvSpPr/>
          <p:nvPr/>
        </p:nvSpPr>
        <p:spPr>
          <a:xfrm>
            <a:off x="6172200" y="3695700"/>
            <a:ext cx="5334000" cy="1333500"/>
          </a:xfrm>
          <a:prstGeom prst="roundRect">
            <a:avLst>
              <a:gd name="adj" fmla="val 12857"/>
            </a:avLst>
          </a:prstGeom>
          <a:solidFill>
            <a:schemeClr val="bg2"/>
          </a:solidFill>
          <a:ln/>
        </p:spPr>
      </p:sp>
      <p:pic>
        <p:nvPicPr>
          <p:cNvPr id="43" name="Image 5" descr="">    </p:cNvPr>
          <p:cNvPicPr>
            <a:picLocks noChangeAspect="1"/>
          </p:cNvPicPr>
          <p:nvPr/>
        </p:nvPicPr>
        <p:blipFill>
          <a:blip r:embed="rId6"/>
          <a:stretch>
            <a:fillRect/>
          </a:stretch>
        </p:blipFill>
        <p:spPr>
          <a:xfrm>
            <a:off x="6400800" y="3905250"/>
            <a:ext cx="247650" cy="247650"/>
          </a:xfrm>
          <a:prstGeom prst="rect">
            <a:avLst/>
          </a:prstGeom>
        </p:spPr>
      </p:pic>
      <p:sp>
        <p:nvSpPr>
          <p:cNvPr id="44" name="Text 36"/>
          <p:cNvSpPr txBox="1"/>
          <p:nvPr/>
        </p:nvSpPr>
        <p:spPr>
          <a:xfrm>
            <a:off x="6743700" y="3867150"/>
            <a:ext cx="4572000" cy="323850"/>
          </a:xfrm>
          <a:prstGeom prst="rect">
            <a:avLst/>
          </a:prstGeom>
          <a:noFill/>
          <a:ln/>
        </p:spPr>
        <p:txBody>
          <a:bodyPr wrap="square" lIns="0" tIns="0" rIns="0" bIns="0" rtlCol="0" anchor="ctr"/>
          <a:lstStyle/>
          <a:p>
            <a:pPr algn="l" indent="0" marL="0">
              <a:lnSpc>
                <a:spcPct val="101900"/>
              </a:lnSpc>
              <a:buNone/>
            </a:pPr>
            <a:r>
              <a:rPr lang="ko-KR" altLang="en-US" sz="1800" dirty="0">
                <a:solidFill>
                  <a:schemeClr val="tx1"/>
                </a:solidFill>
                <a:latin typeface="Paperlogy 7 Bold" pitchFamily="34" charset="0"/>
                <a:ea typeface="Paperlogy 7 Bold" pitchFamily="34" charset="-127"/>
                <a:cs typeface="Paperlogy 7 Bold" pitchFamily="34" charset="-120"/>
              </a:rPr>
              <a:t>터널통합관리센터 CCTV 상시 모니터링</a:t>
            </a:r>
            <a:endParaRPr lang="ko-KR" sz="1800" dirty="0"/>
          </a:p>
        </p:txBody>
      </p:sp>
      <p:sp>
        <p:nvSpPr>
          <p:cNvPr id="45" name="Text 37"/>
          <p:cNvSpPr txBox="1"/>
          <p:nvPr/>
        </p:nvSpPr>
        <p:spPr>
          <a:xfrm>
            <a:off x="6400800" y="4267200"/>
            <a:ext cx="4953000" cy="609600"/>
          </a:xfrm>
          <a:prstGeom prst="rect">
            <a:avLst/>
          </a:prstGeom>
          <a:noFill/>
          <a:ln/>
        </p:spPr>
        <p:txBody>
          <a:bodyPr wrap="square" lIns="0" tIns="0" rIns="0" bIns="0" rtlCol="0" anchor="ctr"/>
          <a:lstStyle/>
          <a:p>
            <a:pPr algn="l" indent="0" marL="0">
              <a:lnSpc>
                <a:spcPct val="84900"/>
              </a:lnSpc>
              <a:buNone/>
            </a:pPr>
            <a:r>
              <a:rPr lang="ko-KR" altLang="en-US" sz="2200" dirty="0">
                <a:solidFill>
                  <a:schemeClr val="tx1"/>
                </a:solidFill>
                <a:latin typeface="Paperlogy 7 Bold" pitchFamily="34" charset="0"/>
                <a:ea typeface="Paperlogy 7 Bold" pitchFamily="34" charset="-127"/>
                <a:cs typeface="Paperlogy 7 Bold" pitchFamily="34" charset="-120"/>
              </a:rPr>
              <a:t>현장출동조 약 </a:t>
            </a:r>
            <a:pPr algn="l" indent="0" marL="0">
              <a:lnSpc>
                <a:spcPct val="84900"/>
              </a:lnSpc>
              <a:buNone/>
            </a:pPr>
            <a:r>
              <a:rPr lang="ko-KR" altLang="en-US" sz="4400" dirty="0">
                <a:solidFill>
                  <a:schemeClr val="accent2"/>
                </a:solidFill>
                <a:latin typeface="Paperlogy 8 ExtraBold" pitchFamily="34" charset="0"/>
                <a:ea typeface="Paperlogy 8 ExtraBold" pitchFamily="34" charset="-127"/>
                <a:cs typeface="Paperlogy 8 ExtraBold" pitchFamily="34" charset="-120"/>
              </a:rPr>
              <a:t>2</a:t>
            </a:r>
            <a:pPr algn="l" indent="0" marL="0">
              <a:lnSpc>
                <a:spcPct val="84900"/>
              </a:lnSpc>
              <a:buNone/>
            </a:pPr>
            <a:r>
              <a:rPr lang="ko-KR" altLang="en-US" sz="2200" dirty="0">
                <a:solidFill>
                  <a:schemeClr val="tx1"/>
                </a:solidFill>
                <a:latin typeface="Paperlogy 7 Bold" pitchFamily="34" charset="0"/>
                <a:ea typeface="Paperlogy 7 Bold" pitchFamily="34" charset="-127"/>
                <a:cs typeface="Paperlogy 7 Bold" pitchFamily="34" charset="-120"/>
              </a:rPr>
              <a:t>분 이내 현장 대응</a:t>
            </a:r>
            <a:endParaRPr lang="ko-KR" sz="1400" dirty="0"/>
          </a:p>
        </p:txBody>
      </p:sp>
      <p:sp>
        <p:nvSpPr>
          <p:cNvPr id="46" name="Key message strip"/>
          <p:cNvSpPr/>
          <p:nvPr/>
        </p:nvSpPr>
        <p:spPr>
          <a:xfrm>
            <a:off x="685800" y="5295900"/>
            <a:ext cx="10820400" cy="800100"/>
          </a:xfrm>
          <a:prstGeom prst="roundRect">
            <a:avLst>
              <a:gd name="adj" fmla="val 21429"/>
            </a:avLst>
          </a:prstGeom>
          <a:solidFill>
            <a:schemeClr val="tx2"/>
          </a:solidFill>
          <a:ln/>
        </p:spPr>
      </p:sp>
      <p:sp>
        <p:nvSpPr>
          <p:cNvPr id="47" name="Text 39"/>
          <p:cNvSpPr txBox="1"/>
          <p:nvPr/>
        </p:nvSpPr>
        <p:spPr>
          <a:xfrm>
            <a:off x="990600" y="5295900"/>
            <a:ext cx="5334000" cy="800100"/>
          </a:xfrm>
          <a:prstGeom prst="rect">
            <a:avLst/>
          </a:prstGeom>
          <a:noFill/>
          <a:ln/>
        </p:spPr>
        <p:txBody>
          <a:bodyPr wrap="square" lIns="0" tIns="0" rIns="0" bIns="0" rtlCol="0" anchor="ctr"/>
          <a:lstStyle/>
          <a:p>
            <a:pPr algn="l" indent="0" marL="0">
              <a:lnSpc>
                <a:spcPct val="101900"/>
              </a:lnSpc>
              <a:buNone/>
            </a:pPr>
            <a:r>
              <a:rPr lang="ko-KR" altLang="en-US" sz="2200" dirty="0">
                <a:solidFill>
                  <a:schemeClr val="bg1"/>
                </a:solidFill>
                <a:latin typeface="Paperlogy 8 ExtraBold" pitchFamily="34" charset="0"/>
                <a:ea typeface="Paperlogy 8 ExtraBold" pitchFamily="34" charset="-127"/>
                <a:cs typeface="Paperlogy 8 ExtraBold" pitchFamily="34" charset="-120"/>
              </a:rPr>
              <a:t>단터널 특성 반영 · 현장 대응력 점검</a:t>
            </a:r>
            <a:endParaRPr lang="ko-KR" sz="2200" dirty="0"/>
          </a:p>
        </p:txBody>
      </p:sp>
      <p:sp>
        <p:nvSpPr>
          <p:cNvPr id="48" name="Shape 40"/>
          <p:cNvSpPr/>
          <p:nvPr/>
        </p:nvSpPr>
        <p:spPr>
          <a:xfrm>
            <a:off x="6438900" y="5505450"/>
            <a:ext cx="1123950" cy="381000"/>
          </a:xfrm>
          <a:prstGeom prst="roundRect">
            <a:avLst>
              <a:gd name="adj" fmla="val 50000"/>
            </a:avLst>
          </a:prstGeom>
          <a:ln w="14288">
            <a:solidFill>
              <a:schemeClr val="accent3"/>
            </a:solidFill>
            <a:prstDash val="solid"/>
          </a:ln>
        </p:spPr>
      </p:sp>
      <p:sp>
        <p:nvSpPr>
          <p:cNvPr id="49" name="Text 41"/>
          <p:cNvSpPr txBox="1"/>
          <p:nvPr/>
        </p:nvSpPr>
        <p:spPr>
          <a:xfrm>
            <a:off x="6438900" y="5505450"/>
            <a:ext cx="1123950" cy="381000"/>
          </a:xfrm>
          <a:prstGeom prst="rect">
            <a:avLst/>
          </a:prstGeom>
          <a:noFill/>
          <a:ln/>
        </p:spPr>
        <p:txBody>
          <a:bodyPr wrap="square" lIns="0" tIns="0" rIns="0" bIns="0" rtlCol="0" anchor="ctr"/>
          <a:lstStyle/>
          <a:p>
            <a:pPr algn="ctr" indent="0" marL="0">
              <a:lnSpc>
                <a:spcPct val="101900"/>
              </a:lnSpc>
              <a:buNone/>
            </a:pPr>
            <a:r>
              <a:rPr lang="ko-KR" altLang="en-US" sz="1500" dirty="0">
                <a:solidFill>
                  <a:schemeClr val="bg1"/>
                </a:solidFill>
                <a:latin typeface="Paperlogy 6 SemiBold" pitchFamily="34" charset="0"/>
                <a:ea typeface="Paperlogy 6 SemiBold" pitchFamily="34" charset="-127"/>
                <a:cs typeface="Paperlogy 6 SemiBold" pitchFamily="34" charset="-120"/>
              </a:rPr>
              <a:t>초기인지</a:t>
            </a:r>
            <a:endParaRPr lang="ko-KR" sz="1500" dirty="0"/>
          </a:p>
        </p:txBody>
      </p:sp>
      <p:sp>
        <p:nvSpPr>
          <p:cNvPr id="50" name="Shape 42"/>
          <p:cNvSpPr/>
          <p:nvPr/>
        </p:nvSpPr>
        <p:spPr>
          <a:xfrm>
            <a:off x="7677150" y="5505450"/>
            <a:ext cx="1123950" cy="381000"/>
          </a:xfrm>
          <a:prstGeom prst="roundRect">
            <a:avLst>
              <a:gd name="adj" fmla="val 50000"/>
            </a:avLst>
          </a:prstGeom>
          <a:ln w="14288">
            <a:solidFill>
              <a:schemeClr val="accent3"/>
            </a:solidFill>
            <a:prstDash val="solid"/>
          </a:ln>
        </p:spPr>
      </p:sp>
      <p:sp>
        <p:nvSpPr>
          <p:cNvPr id="51" name="Text 43"/>
          <p:cNvSpPr txBox="1"/>
          <p:nvPr/>
        </p:nvSpPr>
        <p:spPr>
          <a:xfrm>
            <a:off x="7677150" y="5505450"/>
            <a:ext cx="1123950" cy="381000"/>
          </a:xfrm>
          <a:prstGeom prst="rect">
            <a:avLst/>
          </a:prstGeom>
          <a:noFill/>
          <a:ln/>
        </p:spPr>
        <p:txBody>
          <a:bodyPr wrap="square" lIns="0" tIns="0" rIns="0" bIns="0" rtlCol="0" anchor="ctr"/>
          <a:lstStyle/>
          <a:p>
            <a:pPr algn="ctr" indent="0" marL="0">
              <a:lnSpc>
                <a:spcPct val="101900"/>
              </a:lnSpc>
              <a:buNone/>
            </a:pPr>
            <a:r>
              <a:rPr lang="ko-KR" altLang="en-US" sz="1500" dirty="0">
                <a:solidFill>
                  <a:schemeClr val="bg1"/>
                </a:solidFill>
                <a:latin typeface="Paperlogy 6 SemiBold" pitchFamily="34" charset="0"/>
                <a:ea typeface="Paperlogy 6 SemiBold" pitchFamily="34" charset="-127"/>
                <a:cs typeface="Paperlogy 6 SemiBold" pitchFamily="34" charset="-120"/>
              </a:rPr>
              <a:t>현장통제</a:t>
            </a:r>
            <a:endParaRPr lang="ko-KR" sz="1500" dirty="0"/>
          </a:p>
        </p:txBody>
      </p:sp>
      <p:sp>
        <p:nvSpPr>
          <p:cNvPr id="52" name="Shape 44"/>
          <p:cNvSpPr/>
          <p:nvPr/>
        </p:nvSpPr>
        <p:spPr>
          <a:xfrm>
            <a:off x="8915400" y="5505450"/>
            <a:ext cx="1123950" cy="381000"/>
          </a:xfrm>
          <a:prstGeom prst="roundRect">
            <a:avLst>
              <a:gd name="adj" fmla="val 50000"/>
            </a:avLst>
          </a:prstGeom>
          <a:ln w="14288">
            <a:solidFill>
              <a:schemeClr val="accent3"/>
            </a:solidFill>
            <a:prstDash val="solid"/>
          </a:ln>
        </p:spPr>
      </p:sp>
      <p:sp>
        <p:nvSpPr>
          <p:cNvPr id="53" name="Text 45"/>
          <p:cNvSpPr txBox="1"/>
          <p:nvPr/>
        </p:nvSpPr>
        <p:spPr>
          <a:xfrm>
            <a:off x="8915400" y="5505450"/>
            <a:ext cx="1123950" cy="381000"/>
          </a:xfrm>
          <a:prstGeom prst="rect">
            <a:avLst/>
          </a:prstGeom>
          <a:noFill/>
          <a:ln/>
        </p:spPr>
        <p:txBody>
          <a:bodyPr wrap="square" lIns="0" tIns="0" rIns="0" bIns="0" rtlCol="0" anchor="ctr"/>
          <a:lstStyle/>
          <a:p>
            <a:pPr algn="ctr" indent="0" marL="0">
              <a:lnSpc>
                <a:spcPct val="101900"/>
              </a:lnSpc>
              <a:buNone/>
            </a:pPr>
            <a:r>
              <a:rPr lang="ko-KR" altLang="en-US" sz="1500" dirty="0">
                <a:solidFill>
                  <a:schemeClr val="bg1"/>
                </a:solidFill>
                <a:latin typeface="Paperlogy 6 SemiBold" pitchFamily="34" charset="0"/>
                <a:ea typeface="Paperlogy 6 SemiBold" pitchFamily="34" charset="-127"/>
                <a:cs typeface="Paperlogy 6 SemiBold" pitchFamily="34" charset="-120"/>
              </a:rPr>
              <a:t>신속출동</a:t>
            </a:r>
            <a:endParaRPr lang="ko-KR" sz="1500" dirty="0"/>
          </a:p>
        </p:txBody>
      </p:sp>
      <p:sp>
        <p:nvSpPr>
          <p:cNvPr id="54" name="Shape 46"/>
          <p:cNvSpPr/>
          <p:nvPr/>
        </p:nvSpPr>
        <p:spPr>
          <a:xfrm>
            <a:off x="10153650" y="5505450"/>
            <a:ext cx="1123950" cy="381000"/>
          </a:xfrm>
          <a:prstGeom prst="roundRect">
            <a:avLst>
              <a:gd name="adj" fmla="val 50000"/>
            </a:avLst>
          </a:prstGeom>
          <a:ln w="14288">
            <a:solidFill>
              <a:schemeClr val="accent3"/>
            </a:solidFill>
            <a:prstDash val="solid"/>
          </a:ln>
        </p:spPr>
      </p:sp>
      <p:sp>
        <p:nvSpPr>
          <p:cNvPr id="55" name="Text 47"/>
          <p:cNvSpPr txBox="1"/>
          <p:nvPr/>
        </p:nvSpPr>
        <p:spPr>
          <a:xfrm>
            <a:off x="10153650" y="5505450"/>
            <a:ext cx="1123950" cy="381000"/>
          </a:xfrm>
          <a:prstGeom prst="rect">
            <a:avLst/>
          </a:prstGeom>
          <a:noFill/>
          <a:ln/>
        </p:spPr>
        <p:txBody>
          <a:bodyPr wrap="square" lIns="0" tIns="0" rIns="0" bIns="0" rtlCol="0" anchor="ctr"/>
          <a:lstStyle/>
          <a:p>
            <a:pPr algn="ctr" indent="0" marL="0">
              <a:lnSpc>
                <a:spcPct val="101900"/>
              </a:lnSpc>
              <a:buNone/>
            </a:pPr>
            <a:r>
              <a:rPr lang="ko-KR" altLang="en-US" sz="1500" dirty="0">
                <a:solidFill>
                  <a:schemeClr val="bg1"/>
                </a:solidFill>
                <a:latin typeface="Paperlogy 6 SemiBold" pitchFamily="34" charset="0"/>
                <a:ea typeface="Paperlogy 6 SemiBold" pitchFamily="34" charset="-127"/>
                <a:cs typeface="Paperlogy 6 SemiBold" pitchFamily="34" charset="-120"/>
              </a:rPr>
              <a:t>기관공조</a:t>
            </a:r>
            <a:endParaRPr lang="ko-KR" sz="1500" dirty="0"/>
          </a:p>
        </p:txBody>
      </p:sp>
      <p:sp>
        <p:nvSpPr>
          <p:cNvPr id="25" name="Slide Number Placeholder 0"/>
          <p:cNvSpPr>
            <a:spLocks noGrp="1"/>
          </p:cNvSpPr>
          <p:nvPr>
            <p:ph type="sldNum" sz="quarter" idx="4294967295"/>
          </p:nvPr>
        </p:nvSpPr>
        <p:spPr>
          <a:xfrm>
            <a:off x="10553700" y="6438900"/>
            <a:ext cx="952500" cy="1905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latin typeface="Paperlogy 6 SemiBold"/>
                <a:ea typeface="Paperlogy 6 SemiBold"/>
                <a:cs typeface="Paperlogy 6 SemiBold"/>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685800" y="666750"/>
            <a:ext cx="10820400" cy="495300"/>
          </a:xfrm>
          <a:prstGeom prst="rect">
            <a:avLst/>
          </a:prstGeom>
          <a:noFill/>
          <a:ln/>
        </p:spPr>
        <p:txBody>
          <a:bodyPr wrap="square" lIns="0" tIns="0" rIns="0" bIns="0" rtlCol="0" anchor="t"/>
          <a:lstStyle/>
          <a:p>
            <a:pPr algn="l" indent="0" marL="0">
              <a:lnSpc>
                <a:spcPct val="101900"/>
              </a:lnSpc>
              <a:buNone/>
            </a:pPr>
            <a:r>
              <a:rPr lang="ko-KR" altLang="en-US" sz="3000" spc="-50" kern="0" dirty="0">
                <a:solidFill>
                  <a:schemeClr val="tx2"/>
                </a:solidFill>
                <a:latin typeface="Paperlogy 8 ExtraBold" pitchFamily="34" charset="0"/>
                <a:ea typeface="Paperlogy 8 ExtraBold" pitchFamily="34" charset="-127"/>
                <a:cs typeface="Paperlogy 8 ExtraBold" pitchFamily="34" charset="-120"/>
              </a:rPr>
              <a:t>교통통제 및 우회도로 운영</a:t>
            </a:r>
            <a:endParaRPr lang="en-US" sz="3000" dirty="0"/>
          </a:p>
        </p:txBody>
      </p:sp>
      <p:sp>
        <p:nvSpPr>
          <p:cNvPr id="3" name="Text 1"/>
          <p:cNvSpPr txBox="1"/>
          <p:nvPr/>
        </p:nvSpPr>
        <p:spPr>
          <a:xfrm>
            <a:off x="685800" y="419100"/>
            <a:ext cx="6096000" cy="209550"/>
          </a:xfrm>
          <a:prstGeom prst="rect">
            <a:avLst/>
          </a:prstGeom>
          <a:noFill/>
          <a:ln/>
        </p:spPr>
        <p:txBody>
          <a:bodyPr wrap="square" lIns="0" tIns="0" rIns="0" bIns="0" rtlCol="0" anchor="ctr"/>
          <a:lstStyle/>
          <a:p>
            <a:pPr algn="l" indent="0" marL="0">
              <a:lnSpc>
                <a:spcPct val="101900"/>
              </a:lnSpc>
              <a:buNone/>
            </a:pPr>
            <a:r>
              <a:rPr lang="ko-KR" altLang="en-US" sz="1200" dirty="0">
                <a:solidFill>
                  <a:schemeClr val="accent2"/>
                </a:solidFill>
                <a:latin typeface="Paperlogy 8 ExtraBold" pitchFamily="34" charset="0"/>
                <a:ea typeface="Paperlogy 8 ExtraBold" pitchFamily="34" charset="-127"/>
                <a:cs typeface="Paperlogy 8 ExtraBold" pitchFamily="34" charset="-120"/>
              </a:rPr>
              <a:t>05</a:t>
            </a:r>
            <a:endParaRPr lang="ko-KR" sz="1200" dirty="0"/>
          </a:p>
        </p:txBody>
      </p:sp>
      <p:sp>
        <p:nvSpPr>
          <p:cNvPr id="4" name="Shape 2"/>
          <p:cNvSpPr/>
          <p:nvPr/>
        </p:nvSpPr>
        <p:spPr>
          <a:xfrm>
            <a:off x="685800" y="1447800"/>
            <a:ext cx="10820400" cy="990600"/>
          </a:xfrm>
          <a:prstGeom prst="roundRect">
            <a:avLst>
              <a:gd name="adj" fmla="val 17308"/>
            </a:avLst>
          </a:prstGeom>
          <a:solidFill>
            <a:schemeClr val="bg1"/>
          </a:solidFill>
          <a:ln w="14288">
            <a:solidFill>
              <a:schemeClr val="accent6"/>
            </a:solidFill>
            <a:prstDash val="solid"/>
          </a:ln>
        </p:spPr>
      </p:sp>
      <p:sp>
        <p:nvSpPr>
          <p:cNvPr id="5" name="Shape 3"/>
          <p:cNvSpPr/>
          <p:nvPr/>
        </p:nvSpPr>
        <p:spPr>
          <a:xfrm>
            <a:off x="914400" y="1676400"/>
            <a:ext cx="533400" cy="533400"/>
          </a:xfrm>
          <a:prstGeom prst="ellipse">
            <a:avLst/>
          </a:prstGeom>
          <a:solidFill>
            <a:schemeClr val="accent2"/>
          </a:solidFill>
          <a:ln/>
        </p:spPr>
      </p:sp>
      <p:pic>
        <p:nvPicPr>
          <p:cNvPr id="6" name="Image 0" descr="">    </p:cNvPr>
          <p:cNvPicPr>
            <a:picLocks noChangeAspect="1"/>
          </p:cNvPicPr>
          <p:nvPr/>
        </p:nvPicPr>
        <p:blipFill>
          <a:blip r:embed="rId1"/>
          <a:stretch>
            <a:fillRect/>
          </a:stretch>
        </p:blipFill>
        <p:spPr>
          <a:xfrm>
            <a:off x="1047750" y="1809750"/>
            <a:ext cx="266700" cy="266700"/>
          </a:xfrm>
          <a:prstGeom prst="rect">
            <a:avLst/>
          </a:prstGeom>
        </p:spPr>
      </p:pic>
      <p:sp>
        <p:nvSpPr>
          <p:cNvPr id="7" name="Text 4"/>
          <p:cNvSpPr txBox="1"/>
          <p:nvPr/>
        </p:nvSpPr>
        <p:spPr>
          <a:xfrm>
            <a:off x="1600200" y="1447800"/>
            <a:ext cx="571500" cy="990600"/>
          </a:xfrm>
          <a:prstGeom prst="rect">
            <a:avLst/>
          </a:prstGeom>
          <a:noFill/>
          <a:ln/>
        </p:spPr>
        <p:txBody>
          <a:bodyPr wrap="square" lIns="0" tIns="0" rIns="0" bIns="0" rtlCol="0" anchor="ctr"/>
          <a:lstStyle/>
          <a:p>
            <a:pPr algn="l" indent="0" marL="0">
              <a:lnSpc>
                <a:spcPct val="101900"/>
              </a:lnSpc>
              <a:buNone/>
            </a:pPr>
            <a:r>
              <a:rPr lang="ko-KR" altLang="en-US" sz="1500" dirty="0">
                <a:solidFill>
                  <a:schemeClr val="accent2"/>
                </a:solidFill>
                <a:latin typeface="Paperlogy 8 ExtraBold" pitchFamily="34" charset="0"/>
                <a:ea typeface="Paperlogy 8 ExtraBold" pitchFamily="34" charset="-127"/>
                <a:cs typeface="Paperlogy 8 ExtraBold" pitchFamily="34" charset="-120"/>
              </a:rPr>
              <a:t>01</a:t>
            </a:r>
            <a:endParaRPr lang="ko-KR" sz="1500" dirty="0"/>
          </a:p>
        </p:txBody>
      </p:sp>
      <p:sp>
        <p:nvSpPr>
          <p:cNvPr id="8" name="Text 5"/>
          <p:cNvSpPr txBox="1"/>
          <p:nvPr/>
        </p:nvSpPr>
        <p:spPr>
          <a:xfrm>
            <a:off x="1962150" y="1447800"/>
            <a:ext cx="1619250" cy="990600"/>
          </a:xfrm>
          <a:prstGeom prst="rect">
            <a:avLst/>
          </a:prstGeom>
          <a:noFill/>
          <a:ln/>
        </p:spPr>
        <p:txBody>
          <a:bodyPr wrap="square" lIns="0" tIns="0" rIns="0" bIns="0" rtlCol="0" anchor="ctr"/>
          <a:lstStyle/>
          <a:p>
            <a:pPr algn="l" indent="0" marL="0">
              <a:lnSpc>
                <a:spcPct val="101900"/>
              </a:lnSpc>
              <a:buNone/>
            </a:pPr>
            <a:r>
              <a:rPr lang="ko-KR" altLang="en-US" sz="2000" dirty="0">
                <a:solidFill>
                  <a:schemeClr val="tx1"/>
                </a:solidFill>
                <a:latin typeface="Paperlogy 7 Bold" pitchFamily="34" charset="0"/>
                <a:ea typeface="Paperlogy 7 Bold" pitchFamily="34" charset="-127"/>
                <a:cs typeface="Paperlogy 7 Bold" pitchFamily="34" charset="-120"/>
              </a:rPr>
              <a:t>통제 구간</a:t>
            </a:r>
            <a:endParaRPr lang="ko-KR" sz="2000" dirty="0"/>
          </a:p>
        </p:txBody>
      </p:sp>
      <p:sp>
        <p:nvSpPr>
          <p:cNvPr id="9" name="Shape 6"/>
          <p:cNvSpPr/>
          <p:nvPr/>
        </p:nvSpPr>
        <p:spPr>
          <a:xfrm>
            <a:off x="3657600" y="1657350"/>
            <a:ext cx="0" cy="571500"/>
          </a:xfrm>
          <a:prstGeom prst="line">
            <a:avLst/>
          </a:prstGeom>
          <a:noFill/>
          <a:ln w="14288">
            <a:solidFill>
              <a:schemeClr val="accent6"/>
            </a:solidFill>
            <a:prstDash val="solid"/>
          </a:ln>
        </p:spPr>
      </p:sp>
      <p:sp>
        <p:nvSpPr>
          <p:cNvPr id="10" name="Text 7"/>
          <p:cNvSpPr txBox="1"/>
          <p:nvPr/>
        </p:nvSpPr>
        <p:spPr>
          <a:xfrm>
            <a:off x="3924300" y="1447800"/>
            <a:ext cx="7429500" cy="990600"/>
          </a:xfrm>
          <a:prstGeom prst="rect">
            <a:avLst/>
          </a:prstGeom>
          <a:noFill/>
          <a:ln/>
        </p:spPr>
        <p:txBody>
          <a:bodyPr wrap="square" lIns="0" tIns="0" rIns="0" bIns="0" rtlCol="0" anchor="ctr"/>
          <a:lstStyle/>
          <a:p>
            <a:pPr algn="l" indent="0" marL="0">
              <a:lnSpc>
                <a:spcPct val="118900"/>
              </a:lnSpc>
              <a:buNone/>
            </a:pPr>
            <a:r>
              <a:rPr lang="ko-KR" altLang="en-US" sz="2200" dirty="0">
                <a:solidFill>
                  <a:schemeClr val="tx1"/>
                </a:solidFill>
                <a:latin typeface="Paperlogy 7 Bold" pitchFamily="34" charset="0"/>
                <a:ea typeface="Paperlogy 7 Bold" pitchFamily="34" charset="-127"/>
                <a:cs typeface="Paperlogy 7 Bold" pitchFamily="34" charset="-120"/>
              </a:rPr>
              <a:t>온석터널 서산방향 훈련구간 </a:t>
            </a:r>
            <a:pPr algn="l" indent="0" marL="0">
              <a:lnSpc>
                <a:spcPct val="118900"/>
              </a:lnSpc>
              <a:buNone/>
            </a:pPr>
            <a:r>
              <a:rPr lang="ko-KR" altLang="en-US" sz="2200" dirty="0">
                <a:solidFill>
                  <a:schemeClr val="accent2"/>
                </a:solidFill>
                <a:latin typeface="Paperlogy 7 Bold" pitchFamily="34" charset="0"/>
                <a:ea typeface="Paperlogy 7 Bold" pitchFamily="34" charset="-127"/>
                <a:cs typeface="Paperlogy 7 Bold" pitchFamily="34" charset="-120"/>
              </a:rPr>
              <a:t>통제</a:t>
            </a:r>
            <a:pPr algn="l" indent="0" marL="0">
              <a:lnSpc>
                <a:spcPct val="118900"/>
              </a:lnSpc>
              <a:buNone/>
            </a:pPr>
            <a:endParaRPr lang="ko-KR" sz="2200" dirty="0"/>
          </a:p>
          <a:p>
            <a:pPr algn="l" indent="0" marL="0">
              <a:lnSpc>
                <a:spcPct val="118900"/>
              </a:lnSpc>
              <a:buNone/>
            </a:pPr>
            <a:r>
              <a:rPr lang="ko-KR" altLang="en-US" sz="1500" dirty="0">
                <a:solidFill>
                  <a:schemeClr val="accent5"/>
                </a:solidFill>
                <a:latin typeface="Paperlogy 5 Medium" pitchFamily="34" charset="0"/>
                <a:ea typeface="Paperlogy 5 Medium" pitchFamily="34" charset="-127"/>
                <a:cs typeface="Paperlogy 5 Medium" pitchFamily="34" charset="-120"/>
              </a:rPr>
              <a:t>온석교차로 진입램프 차단</a:t>
            </a:r>
            <a:endParaRPr lang="ko-KR" sz="2200" dirty="0"/>
          </a:p>
        </p:txBody>
      </p:sp>
      <p:sp>
        <p:nvSpPr>
          <p:cNvPr id="11" name="Shape 8"/>
          <p:cNvSpPr/>
          <p:nvPr/>
        </p:nvSpPr>
        <p:spPr>
          <a:xfrm>
            <a:off x="685800" y="2590800"/>
            <a:ext cx="10820400" cy="1219200"/>
          </a:xfrm>
          <a:prstGeom prst="roundRect">
            <a:avLst>
              <a:gd name="adj" fmla="val 14063"/>
            </a:avLst>
          </a:prstGeom>
          <a:solidFill>
            <a:schemeClr val="bg1"/>
          </a:solidFill>
          <a:ln w="14288">
            <a:solidFill>
              <a:schemeClr val="accent6"/>
            </a:solidFill>
            <a:prstDash val="solid"/>
          </a:ln>
        </p:spPr>
      </p:sp>
      <p:sp>
        <p:nvSpPr>
          <p:cNvPr id="12" name="Shape 9"/>
          <p:cNvSpPr/>
          <p:nvPr/>
        </p:nvSpPr>
        <p:spPr>
          <a:xfrm>
            <a:off x="914400" y="2933700"/>
            <a:ext cx="533400" cy="533400"/>
          </a:xfrm>
          <a:prstGeom prst="ellipse">
            <a:avLst/>
          </a:prstGeom>
          <a:solidFill>
            <a:schemeClr val="accent1"/>
          </a:solidFill>
          <a:ln/>
        </p:spPr>
      </p:sp>
      <p:pic>
        <p:nvPicPr>
          <p:cNvPr id="13" name="Image 1" descr="">    </p:cNvPr>
          <p:cNvPicPr>
            <a:picLocks noChangeAspect="1"/>
          </p:cNvPicPr>
          <p:nvPr/>
        </p:nvPicPr>
        <p:blipFill>
          <a:blip r:embed="rId2"/>
          <a:stretch>
            <a:fillRect/>
          </a:stretch>
        </p:blipFill>
        <p:spPr>
          <a:xfrm>
            <a:off x="1047750" y="3067050"/>
            <a:ext cx="266700" cy="266700"/>
          </a:xfrm>
          <a:prstGeom prst="rect">
            <a:avLst/>
          </a:prstGeom>
        </p:spPr>
      </p:pic>
      <p:sp>
        <p:nvSpPr>
          <p:cNvPr id="14" name="Text 10"/>
          <p:cNvSpPr txBox="1"/>
          <p:nvPr/>
        </p:nvSpPr>
        <p:spPr>
          <a:xfrm>
            <a:off x="1600200" y="2590800"/>
            <a:ext cx="571500" cy="1219200"/>
          </a:xfrm>
          <a:prstGeom prst="rect">
            <a:avLst/>
          </a:prstGeom>
          <a:noFill/>
          <a:ln/>
        </p:spPr>
        <p:txBody>
          <a:bodyPr wrap="square" lIns="0" tIns="0" rIns="0" bIns="0" rtlCol="0" anchor="ctr"/>
          <a:lstStyle/>
          <a:p>
            <a:pPr algn="l" indent="0" marL="0">
              <a:lnSpc>
                <a:spcPct val="101900"/>
              </a:lnSpc>
              <a:buNone/>
            </a:pPr>
            <a:r>
              <a:rPr lang="ko-KR" altLang="en-US" sz="1500" dirty="0">
                <a:solidFill>
                  <a:schemeClr val="accent1"/>
                </a:solidFill>
                <a:latin typeface="Paperlogy 8 ExtraBold" pitchFamily="34" charset="0"/>
                <a:ea typeface="Paperlogy 8 ExtraBold" pitchFamily="34" charset="-127"/>
                <a:cs typeface="Paperlogy 8 ExtraBold" pitchFamily="34" charset="-120"/>
              </a:rPr>
              <a:t>02</a:t>
            </a:r>
            <a:endParaRPr lang="ko-KR" sz="1500" dirty="0"/>
          </a:p>
        </p:txBody>
      </p:sp>
      <p:sp>
        <p:nvSpPr>
          <p:cNvPr id="15" name="Text 11"/>
          <p:cNvSpPr txBox="1"/>
          <p:nvPr/>
        </p:nvSpPr>
        <p:spPr>
          <a:xfrm>
            <a:off x="1962150" y="2590800"/>
            <a:ext cx="1619250" cy="1219200"/>
          </a:xfrm>
          <a:prstGeom prst="rect">
            <a:avLst/>
          </a:prstGeom>
          <a:noFill/>
          <a:ln/>
        </p:spPr>
        <p:txBody>
          <a:bodyPr wrap="square" lIns="0" tIns="0" rIns="0" bIns="0" rtlCol="0" anchor="ctr"/>
          <a:lstStyle/>
          <a:p>
            <a:pPr algn="l" indent="0" marL="0">
              <a:lnSpc>
                <a:spcPct val="101900"/>
              </a:lnSpc>
              <a:buNone/>
            </a:pPr>
            <a:r>
              <a:rPr lang="ko-KR" altLang="en-US" sz="2000" dirty="0">
                <a:solidFill>
                  <a:schemeClr val="tx1"/>
                </a:solidFill>
                <a:latin typeface="Paperlogy 7 Bold" pitchFamily="34" charset="0"/>
                <a:ea typeface="Paperlogy 7 Bold" pitchFamily="34" charset="-127"/>
                <a:cs typeface="Paperlogy 7 Bold" pitchFamily="34" charset="-120"/>
              </a:rPr>
              <a:t>우회 노선</a:t>
            </a:r>
            <a:endParaRPr lang="ko-KR" sz="2000" dirty="0"/>
          </a:p>
        </p:txBody>
      </p:sp>
      <p:sp>
        <p:nvSpPr>
          <p:cNvPr id="16" name="Shape 12"/>
          <p:cNvSpPr/>
          <p:nvPr/>
        </p:nvSpPr>
        <p:spPr>
          <a:xfrm>
            <a:off x="3657600" y="2800350"/>
            <a:ext cx="0" cy="800100"/>
          </a:xfrm>
          <a:prstGeom prst="line">
            <a:avLst/>
          </a:prstGeom>
          <a:noFill/>
          <a:ln w="14288">
            <a:solidFill>
              <a:schemeClr val="accent6"/>
            </a:solidFill>
            <a:prstDash val="solid"/>
          </a:ln>
        </p:spPr>
      </p:sp>
      <p:sp>
        <p:nvSpPr>
          <p:cNvPr id="17" name="Shape 13"/>
          <p:cNvSpPr/>
          <p:nvPr/>
        </p:nvSpPr>
        <p:spPr>
          <a:xfrm>
            <a:off x="3924300" y="2971800"/>
            <a:ext cx="1333500" cy="457200"/>
          </a:xfrm>
          <a:prstGeom prst="roundRect">
            <a:avLst>
              <a:gd name="adj" fmla="val 50000"/>
            </a:avLst>
          </a:prstGeom>
          <a:solidFill>
            <a:schemeClr val="bg2"/>
          </a:solidFill>
          <a:ln/>
        </p:spPr>
      </p:sp>
      <p:sp>
        <p:nvSpPr>
          <p:cNvPr id="18" name="Text 14"/>
          <p:cNvSpPr txBox="1"/>
          <p:nvPr/>
        </p:nvSpPr>
        <p:spPr>
          <a:xfrm>
            <a:off x="3924300" y="2971800"/>
            <a:ext cx="1333500" cy="457200"/>
          </a:xfrm>
          <a:prstGeom prst="rect">
            <a:avLst/>
          </a:prstGeom>
          <a:noFill/>
          <a:ln/>
        </p:spPr>
        <p:txBody>
          <a:bodyPr wrap="square" lIns="0" tIns="0" rIns="0" bIns="0" rtlCol="0" anchor="ctr"/>
          <a:lstStyle/>
          <a:p>
            <a:pPr algn="ctr" indent="0" marL="0">
              <a:lnSpc>
                <a:spcPct val="101900"/>
              </a:lnSpc>
              <a:buNone/>
            </a:pPr>
            <a:r>
              <a:rPr lang="ko-KR" altLang="en-US" sz="1600" dirty="0">
                <a:solidFill>
                  <a:schemeClr val="tx1"/>
                </a:solidFill>
                <a:latin typeface="Paperlogy 7 Bold" pitchFamily="34" charset="0"/>
                <a:ea typeface="Paperlogy 7 Bold" pitchFamily="34" charset="-127"/>
                <a:cs typeface="Paperlogy 7 Bold" pitchFamily="34" charset="-120"/>
              </a:rPr>
              <a:t>온석교차로</a:t>
            </a:r>
            <a:endParaRPr lang="ko-KR" sz="1600" dirty="0"/>
          </a:p>
        </p:txBody>
      </p:sp>
      <p:sp>
        <p:nvSpPr>
          <p:cNvPr id="19" name="Shape 15"/>
          <p:cNvSpPr/>
          <p:nvPr/>
        </p:nvSpPr>
        <p:spPr>
          <a:xfrm>
            <a:off x="5353050" y="3200400"/>
            <a:ext cx="304800" cy="0"/>
          </a:xfrm>
          <a:prstGeom prst="line">
            <a:avLst/>
          </a:prstGeom>
          <a:noFill/>
          <a:ln w="23813">
            <a:solidFill>
              <a:schemeClr val="accent1"/>
            </a:solidFill>
            <a:prstDash val="solid"/>
            <a:tailEnd type="triangle"/>
          </a:ln>
        </p:spPr>
      </p:sp>
      <p:sp>
        <p:nvSpPr>
          <p:cNvPr id="20" name="Shape 16"/>
          <p:cNvSpPr/>
          <p:nvPr/>
        </p:nvSpPr>
        <p:spPr>
          <a:xfrm>
            <a:off x="5753100" y="2971800"/>
            <a:ext cx="1333500" cy="457200"/>
          </a:xfrm>
          <a:prstGeom prst="roundRect">
            <a:avLst>
              <a:gd name="adj" fmla="val 50000"/>
            </a:avLst>
          </a:prstGeom>
          <a:solidFill>
            <a:schemeClr val="bg2"/>
          </a:solidFill>
          <a:ln/>
        </p:spPr>
      </p:sp>
      <p:sp>
        <p:nvSpPr>
          <p:cNvPr id="21" name="Text 17"/>
          <p:cNvSpPr txBox="1"/>
          <p:nvPr/>
        </p:nvSpPr>
        <p:spPr>
          <a:xfrm>
            <a:off x="5753100" y="2971800"/>
            <a:ext cx="1333500" cy="457200"/>
          </a:xfrm>
          <a:prstGeom prst="rect">
            <a:avLst/>
          </a:prstGeom>
          <a:noFill/>
          <a:ln/>
        </p:spPr>
        <p:txBody>
          <a:bodyPr wrap="square" lIns="0" tIns="0" rIns="0" bIns="0" rtlCol="0" anchor="ctr"/>
          <a:lstStyle/>
          <a:p>
            <a:pPr algn="ctr" indent="0" marL="0">
              <a:lnSpc>
                <a:spcPct val="101900"/>
              </a:lnSpc>
              <a:buNone/>
            </a:pPr>
            <a:r>
              <a:rPr lang="ko-KR" altLang="en-US" sz="1600" dirty="0">
                <a:solidFill>
                  <a:schemeClr val="tx1"/>
                </a:solidFill>
                <a:latin typeface="Paperlogy 7 Bold" pitchFamily="34" charset="0"/>
                <a:ea typeface="Paperlogy 7 Bold" pitchFamily="34" charset="-127"/>
                <a:cs typeface="Paperlogy 7 Bold" pitchFamily="34" charset="-120"/>
              </a:rPr>
              <a:t>온석1길 경유</a:t>
            </a:r>
            <a:endParaRPr lang="ko-KR" sz="1600" dirty="0"/>
          </a:p>
        </p:txBody>
      </p:sp>
      <p:sp>
        <p:nvSpPr>
          <p:cNvPr id="22" name="Shape 18"/>
          <p:cNvSpPr/>
          <p:nvPr/>
        </p:nvSpPr>
        <p:spPr>
          <a:xfrm>
            <a:off x="7181850" y="3200400"/>
            <a:ext cx="304800" cy="0"/>
          </a:xfrm>
          <a:prstGeom prst="line">
            <a:avLst/>
          </a:prstGeom>
          <a:noFill/>
          <a:ln w="23813">
            <a:solidFill>
              <a:schemeClr val="accent1"/>
            </a:solidFill>
            <a:prstDash val="solid"/>
            <a:tailEnd type="triangle"/>
          </a:ln>
        </p:spPr>
      </p:sp>
      <p:sp>
        <p:nvSpPr>
          <p:cNvPr id="23" name="Shape 19"/>
          <p:cNvSpPr/>
          <p:nvPr/>
        </p:nvSpPr>
        <p:spPr>
          <a:xfrm>
            <a:off x="7581900" y="2971800"/>
            <a:ext cx="1333500" cy="457200"/>
          </a:xfrm>
          <a:prstGeom prst="roundRect">
            <a:avLst>
              <a:gd name="adj" fmla="val 50000"/>
            </a:avLst>
          </a:prstGeom>
          <a:solidFill>
            <a:schemeClr val="bg2"/>
          </a:solidFill>
          <a:ln/>
        </p:spPr>
      </p:sp>
      <p:sp>
        <p:nvSpPr>
          <p:cNvPr id="24" name="Text 20"/>
          <p:cNvSpPr txBox="1"/>
          <p:nvPr/>
        </p:nvSpPr>
        <p:spPr>
          <a:xfrm>
            <a:off x="7581900" y="2971800"/>
            <a:ext cx="1333500" cy="457200"/>
          </a:xfrm>
          <a:prstGeom prst="rect">
            <a:avLst/>
          </a:prstGeom>
          <a:noFill/>
          <a:ln/>
        </p:spPr>
        <p:txBody>
          <a:bodyPr wrap="square" lIns="0" tIns="0" rIns="0" bIns="0" rtlCol="0" anchor="ctr"/>
          <a:lstStyle/>
          <a:p>
            <a:pPr algn="ctr" indent="0" marL="0">
              <a:lnSpc>
                <a:spcPct val="101900"/>
              </a:lnSpc>
              <a:buNone/>
            </a:pPr>
            <a:r>
              <a:rPr lang="ko-KR" altLang="en-US" sz="1600" dirty="0">
                <a:solidFill>
                  <a:schemeClr val="tx1"/>
                </a:solidFill>
                <a:latin typeface="Paperlogy 7 Bold" pitchFamily="34" charset="0"/>
                <a:ea typeface="Paperlogy 7 Bold" pitchFamily="34" charset="-127"/>
                <a:cs typeface="Paperlogy 7 Bold" pitchFamily="34" charset="-120"/>
              </a:rPr>
              <a:t>일람교차로</a:t>
            </a:r>
            <a:endParaRPr lang="ko-KR" sz="1600" dirty="0"/>
          </a:p>
        </p:txBody>
      </p:sp>
      <p:sp>
        <p:nvSpPr>
          <p:cNvPr id="25" name="Shape 21"/>
          <p:cNvSpPr/>
          <p:nvPr/>
        </p:nvSpPr>
        <p:spPr>
          <a:xfrm>
            <a:off x="9010650" y="3200400"/>
            <a:ext cx="304800" cy="0"/>
          </a:xfrm>
          <a:prstGeom prst="line">
            <a:avLst/>
          </a:prstGeom>
          <a:noFill/>
          <a:ln w="23813">
            <a:solidFill>
              <a:schemeClr val="accent1"/>
            </a:solidFill>
            <a:prstDash val="solid"/>
            <a:tailEnd type="triangle"/>
          </a:ln>
        </p:spPr>
      </p:sp>
      <p:sp>
        <p:nvSpPr>
          <p:cNvPr id="26" name="Shape 22"/>
          <p:cNvSpPr/>
          <p:nvPr/>
        </p:nvSpPr>
        <p:spPr>
          <a:xfrm>
            <a:off x="9410700" y="2971800"/>
            <a:ext cx="1638300" cy="457200"/>
          </a:xfrm>
          <a:prstGeom prst="roundRect">
            <a:avLst>
              <a:gd name="adj" fmla="val 50000"/>
            </a:avLst>
          </a:prstGeom>
          <a:solidFill>
            <a:schemeClr val="accent1">
              <a:alpha val="10000"/>
            </a:schemeClr>
          </a:solidFill>
          <a:ln/>
        </p:spPr>
      </p:sp>
      <p:sp>
        <p:nvSpPr>
          <p:cNvPr id="27" name="Text 23"/>
          <p:cNvSpPr txBox="1"/>
          <p:nvPr/>
        </p:nvSpPr>
        <p:spPr>
          <a:xfrm>
            <a:off x="9410700" y="2971800"/>
            <a:ext cx="1638300" cy="457200"/>
          </a:xfrm>
          <a:prstGeom prst="rect">
            <a:avLst/>
          </a:prstGeom>
          <a:noFill/>
          <a:ln/>
        </p:spPr>
        <p:txBody>
          <a:bodyPr wrap="square" lIns="0" tIns="0" rIns="0" bIns="0" rtlCol="0" anchor="ctr"/>
          <a:lstStyle/>
          <a:p>
            <a:pPr algn="ctr" indent="0" marL="0">
              <a:lnSpc>
                <a:spcPct val="101900"/>
              </a:lnSpc>
              <a:buNone/>
            </a:pPr>
            <a:r>
              <a:rPr lang="ko-KR" altLang="en-US" sz="1600" dirty="0">
                <a:solidFill>
                  <a:schemeClr val="accent1"/>
                </a:solidFill>
                <a:latin typeface="Paperlogy 7 Bold" pitchFamily="34" charset="0"/>
                <a:ea typeface="Paperlogy 7 Bold" pitchFamily="34" charset="-127"/>
                <a:cs typeface="Paperlogy 7 Bold" pitchFamily="34" charset="-120"/>
              </a:rPr>
              <a:t>국도29호선 합류</a:t>
            </a:r>
            <a:endParaRPr lang="ko-KR" sz="1600" dirty="0"/>
          </a:p>
        </p:txBody>
      </p:sp>
      <p:sp>
        <p:nvSpPr>
          <p:cNvPr id="28" name="Shape 24"/>
          <p:cNvSpPr/>
          <p:nvPr/>
        </p:nvSpPr>
        <p:spPr>
          <a:xfrm>
            <a:off x="685800" y="3962400"/>
            <a:ext cx="10820400" cy="990600"/>
          </a:xfrm>
          <a:prstGeom prst="roundRect">
            <a:avLst>
              <a:gd name="adj" fmla="val 17308"/>
            </a:avLst>
          </a:prstGeom>
          <a:solidFill>
            <a:schemeClr val="bg1"/>
          </a:solidFill>
          <a:ln w="14288">
            <a:solidFill>
              <a:schemeClr val="accent6"/>
            </a:solidFill>
            <a:prstDash val="solid"/>
          </a:ln>
        </p:spPr>
      </p:sp>
      <p:sp>
        <p:nvSpPr>
          <p:cNvPr id="29" name="Shape 25"/>
          <p:cNvSpPr/>
          <p:nvPr/>
        </p:nvSpPr>
        <p:spPr>
          <a:xfrm>
            <a:off x="914400" y="4191000"/>
            <a:ext cx="533400" cy="533400"/>
          </a:xfrm>
          <a:prstGeom prst="ellipse">
            <a:avLst/>
          </a:prstGeom>
          <a:solidFill>
            <a:schemeClr val="tx2"/>
          </a:solidFill>
          <a:ln/>
        </p:spPr>
      </p:sp>
      <p:pic>
        <p:nvPicPr>
          <p:cNvPr id="30" name="Image 2" descr="">    </p:cNvPr>
          <p:cNvPicPr>
            <a:picLocks noChangeAspect="1"/>
          </p:cNvPicPr>
          <p:nvPr/>
        </p:nvPicPr>
        <p:blipFill>
          <a:blip r:embed="rId3"/>
          <a:stretch>
            <a:fillRect/>
          </a:stretch>
        </p:blipFill>
        <p:spPr>
          <a:xfrm>
            <a:off x="1047750" y="4324350"/>
            <a:ext cx="266700" cy="266700"/>
          </a:xfrm>
          <a:prstGeom prst="rect">
            <a:avLst/>
          </a:prstGeom>
        </p:spPr>
      </p:pic>
      <p:sp>
        <p:nvSpPr>
          <p:cNvPr id="31" name="Text 26"/>
          <p:cNvSpPr txBox="1"/>
          <p:nvPr/>
        </p:nvSpPr>
        <p:spPr>
          <a:xfrm>
            <a:off x="1600200" y="3962400"/>
            <a:ext cx="571500" cy="990600"/>
          </a:xfrm>
          <a:prstGeom prst="rect">
            <a:avLst/>
          </a:prstGeom>
          <a:noFill/>
          <a:ln/>
        </p:spPr>
        <p:txBody>
          <a:bodyPr wrap="square" lIns="0" tIns="0" rIns="0" bIns="0" rtlCol="0" anchor="ctr"/>
          <a:lstStyle/>
          <a:p>
            <a:pPr algn="l" indent="0" marL="0">
              <a:lnSpc>
                <a:spcPct val="101900"/>
              </a:lnSpc>
              <a:buNone/>
            </a:pPr>
            <a:r>
              <a:rPr lang="ko-KR" altLang="en-US" sz="1500" dirty="0">
                <a:solidFill>
                  <a:schemeClr val="accent1"/>
                </a:solidFill>
                <a:latin typeface="Paperlogy 8 ExtraBold" pitchFamily="34" charset="0"/>
                <a:ea typeface="Paperlogy 8 ExtraBold" pitchFamily="34" charset="-127"/>
                <a:cs typeface="Paperlogy 8 ExtraBold" pitchFamily="34" charset="-120"/>
              </a:rPr>
              <a:t>03</a:t>
            </a:r>
            <a:endParaRPr lang="ko-KR" sz="1500" dirty="0"/>
          </a:p>
        </p:txBody>
      </p:sp>
      <p:sp>
        <p:nvSpPr>
          <p:cNvPr id="32" name="Text 27"/>
          <p:cNvSpPr txBox="1"/>
          <p:nvPr/>
        </p:nvSpPr>
        <p:spPr>
          <a:xfrm>
            <a:off x="1962150" y="3962400"/>
            <a:ext cx="1619250" cy="990600"/>
          </a:xfrm>
          <a:prstGeom prst="rect">
            <a:avLst/>
          </a:prstGeom>
          <a:noFill/>
          <a:ln/>
        </p:spPr>
        <p:txBody>
          <a:bodyPr wrap="square" lIns="0" tIns="0" rIns="0" bIns="0" rtlCol="0" anchor="ctr"/>
          <a:lstStyle/>
          <a:p>
            <a:pPr algn="l" indent="0" marL="0">
              <a:lnSpc>
                <a:spcPct val="101900"/>
              </a:lnSpc>
              <a:buNone/>
            </a:pPr>
            <a:r>
              <a:rPr lang="ko-KR" altLang="en-US" sz="2000" dirty="0">
                <a:solidFill>
                  <a:schemeClr val="tx1"/>
                </a:solidFill>
                <a:latin typeface="Paperlogy 7 Bold" pitchFamily="34" charset="0"/>
                <a:ea typeface="Paperlogy 7 Bold" pitchFamily="34" charset="-127"/>
                <a:cs typeface="Paperlogy 7 Bold" pitchFamily="34" charset="-120"/>
              </a:rPr>
              <a:t>교차 통행</a:t>
            </a:r>
            <a:endParaRPr lang="ko-KR" sz="2000" dirty="0"/>
          </a:p>
        </p:txBody>
      </p:sp>
      <p:sp>
        <p:nvSpPr>
          <p:cNvPr id="33" name="Shape 28"/>
          <p:cNvSpPr/>
          <p:nvPr/>
        </p:nvSpPr>
        <p:spPr>
          <a:xfrm>
            <a:off x="3657600" y="4171950"/>
            <a:ext cx="0" cy="571500"/>
          </a:xfrm>
          <a:prstGeom prst="line">
            <a:avLst/>
          </a:prstGeom>
          <a:noFill/>
          <a:ln w="14288">
            <a:solidFill>
              <a:schemeClr val="accent6"/>
            </a:solidFill>
            <a:prstDash val="solid"/>
          </a:ln>
        </p:spPr>
      </p:sp>
      <p:sp>
        <p:nvSpPr>
          <p:cNvPr id="34" name="Text 29"/>
          <p:cNvSpPr txBox="1"/>
          <p:nvPr/>
        </p:nvSpPr>
        <p:spPr>
          <a:xfrm>
            <a:off x="3924300" y="3962400"/>
            <a:ext cx="3238500" cy="990600"/>
          </a:xfrm>
          <a:prstGeom prst="rect">
            <a:avLst/>
          </a:prstGeom>
          <a:noFill/>
          <a:ln/>
        </p:spPr>
        <p:txBody>
          <a:bodyPr wrap="square" lIns="0" tIns="0" rIns="0" bIns="0" rtlCol="0" anchor="ctr"/>
          <a:lstStyle/>
          <a:p>
            <a:pPr algn="l" indent="0" marL="0">
              <a:lnSpc>
                <a:spcPct val="101900"/>
              </a:lnSpc>
              <a:buNone/>
            </a:pPr>
            <a:r>
              <a:rPr lang="ko-KR" altLang="en-US" sz="2200" dirty="0">
                <a:solidFill>
                  <a:schemeClr val="tx1"/>
                </a:solidFill>
                <a:latin typeface="Paperlogy 7 Bold" pitchFamily="34" charset="0"/>
                <a:ea typeface="Paperlogy 7 Bold" pitchFamily="34" charset="-127"/>
                <a:cs typeface="Paperlogy 7 Bold" pitchFamily="34" charset="-120"/>
              </a:rPr>
              <a:t>부산교차로 진입 본선차량</a:t>
            </a:r>
            <a:endParaRPr lang="ko-KR" sz="2200" dirty="0"/>
          </a:p>
        </p:txBody>
      </p:sp>
      <p:sp>
        <p:nvSpPr>
          <p:cNvPr id="35" name="Shape 30"/>
          <p:cNvSpPr/>
          <p:nvPr/>
        </p:nvSpPr>
        <p:spPr>
          <a:xfrm>
            <a:off x="7124700" y="4457700"/>
            <a:ext cx="419100" cy="0"/>
          </a:xfrm>
          <a:prstGeom prst="line">
            <a:avLst/>
          </a:prstGeom>
          <a:noFill/>
          <a:ln w="23813">
            <a:solidFill>
              <a:schemeClr val="accent1"/>
            </a:solidFill>
            <a:prstDash val="solid"/>
            <a:tailEnd type="triangle"/>
          </a:ln>
        </p:spPr>
      </p:sp>
      <p:sp>
        <p:nvSpPr>
          <p:cNvPr id="36" name="Shape 31"/>
          <p:cNvSpPr/>
          <p:nvPr/>
        </p:nvSpPr>
        <p:spPr>
          <a:xfrm>
            <a:off x="7658100" y="4248150"/>
            <a:ext cx="1714500" cy="419100"/>
          </a:xfrm>
          <a:prstGeom prst="roundRect">
            <a:avLst>
              <a:gd name="adj" fmla="val 50000"/>
            </a:avLst>
          </a:prstGeom>
          <a:solidFill>
            <a:schemeClr val="accent1">
              <a:alpha val="10000"/>
            </a:schemeClr>
          </a:solidFill>
          <a:ln/>
        </p:spPr>
      </p:sp>
      <p:sp>
        <p:nvSpPr>
          <p:cNvPr id="37" name="Text 32"/>
          <p:cNvSpPr txBox="1"/>
          <p:nvPr/>
        </p:nvSpPr>
        <p:spPr>
          <a:xfrm>
            <a:off x="7658100" y="4248150"/>
            <a:ext cx="1714500" cy="419100"/>
          </a:xfrm>
          <a:prstGeom prst="rect">
            <a:avLst/>
          </a:prstGeom>
          <a:noFill/>
          <a:ln/>
        </p:spPr>
        <p:txBody>
          <a:bodyPr wrap="square" lIns="0" tIns="0" rIns="0" bIns="0" rtlCol="0" anchor="ctr"/>
          <a:lstStyle/>
          <a:p>
            <a:pPr algn="ctr" indent="0" marL="0">
              <a:lnSpc>
                <a:spcPct val="101900"/>
              </a:lnSpc>
              <a:buNone/>
            </a:pPr>
            <a:r>
              <a:rPr lang="ko-KR" altLang="en-US" sz="1600" dirty="0">
                <a:solidFill>
                  <a:schemeClr val="accent1"/>
                </a:solidFill>
                <a:latin typeface="Paperlogy 7 Bold" pitchFamily="34" charset="0"/>
                <a:ea typeface="Paperlogy 7 Bold" pitchFamily="34" charset="-127"/>
                <a:cs typeface="Paperlogy 7 Bold" pitchFamily="34" charset="-120"/>
              </a:rPr>
              <a:t>비상회차로 활용</a:t>
            </a:r>
            <a:endParaRPr lang="ko-KR" sz="1600" dirty="0"/>
          </a:p>
        </p:txBody>
      </p:sp>
      <p:sp>
        <p:nvSpPr>
          <p:cNvPr id="38" name="Shape 33"/>
          <p:cNvSpPr/>
          <p:nvPr/>
        </p:nvSpPr>
        <p:spPr>
          <a:xfrm>
            <a:off x="9525000" y="4248150"/>
            <a:ext cx="1524000" cy="419100"/>
          </a:xfrm>
          <a:prstGeom prst="roundRect">
            <a:avLst>
              <a:gd name="adj" fmla="val 50000"/>
            </a:avLst>
          </a:prstGeom>
          <a:ln w="14288">
            <a:solidFill>
              <a:schemeClr val="accent6"/>
            </a:solidFill>
            <a:prstDash val="solid"/>
          </a:ln>
        </p:spPr>
      </p:sp>
      <p:sp>
        <p:nvSpPr>
          <p:cNvPr id="39" name="Text 34"/>
          <p:cNvSpPr txBox="1"/>
          <p:nvPr/>
        </p:nvSpPr>
        <p:spPr>
          <a:xfrm>
            <a:off x="9525000" y="4248150"/>
            <a:ext cx="1524000" cy="419100"/>
          </a:xfrm>
          <a:prstGeom prst="rect">
            <a:avLst/>
          </a:prstGeom>
          <a:noFill/>
          <a:ln/>
        </p:spPr>
        <p:txBody>
          <a:bodyPr wrap="square" lIns="0" tIns="0" rIns="0" bIns="0" rtlCol="0" anchor="ctr"/>
          <a:lstStyle/>
          <a:p>
            <a:pPr algn="ctr" indent="0" marL="0">
              <a:lnSpc>
                <a:spcPct val="101900"/>
              </a:lnSpc>
              <a:buNone/>
            </a:pPr>
            <a:r>
              <a:rPr lang="ko-KR" altLang="en-US" sz="1400" dirty="0">
                <a:solidFill>
                  <a:schemeClr val="accent5"/>
                </a:solidFill>
                <a:latin typeface="Paperlogy 6 SemiBold" pitchFamily="34" charset="0"/>
                <a:ea typeface="Paperlogy 6 SemiBold" pitchFamily="34" charset="-127"/>
                <a:cs typeface="Paperlogy 6 SemiBold" pitchFamily="34" charset="-120"/>
              </a:rPr>
              <a:t>경찰 합의 운영</a:t>
            </a:r>
            <a:endParaRPr lang="ko-KR" sz="1400" dirty="0"/>
          </a:p>
        </p:txBody>
      </p:sp>
      <p:sp>
        <p:nvSpPr>
          <p:cNvPr id="40" name="Key message strip"/>
          <p:cNvSpPr/>
          <p:nvPr/>
        </p:nvSpPr>
        <p:spPr>
          <a:xfrm>
            <a:off x="685800" y="5181600"/>
            <a:ext cx="10820400" cy="914400"/>
          </a:xfrm>
          <a:prstGeom prst="roundRect">
            <a:avLst>
              <a:gd name="adj" fmla="val 18750"/>
            </a:avLst>
          </a:prstGeom>
          <a:solidFill>
            <a:schemeClr val="tx2"/>
          </a:solidFill>
          <a:ln/>
        </p:spPr>
      </p:sp>
      <p:sp>
        <p:nvSpPr>
          <p:cNvPr id="41" name="Text 36"/>
          <p:cNvSpPr txBox="1"/>
          <p:nvPr/>
        </p:nvSpPr>
        <p:spPr>
          <a:xfrm>
            <a:off x="990600" y="5295900"/>
            <a:ext cx="5715000" cy="342900"/>
          </a:xfrm>
          <a:prstGeom prst="rect">
            <a:avLst/>
          </a:prstGeom>
          <a:noFill/>
          <a:ln/>
        </p:spPr>
        <p:txBody>
          <a:bodyPr wrap="square" lIns="0" tIns="0" rIns="0" bIns="0" rtlCol="0" anchor="ctr"/>
          <a:lstStyle/>
          <a:p>
            <a:pPr algn="l" indent="0" marL="0">
              <a:lnSpc>
                <a:spcPct val="101900"/>
              </a:lnSpc>
              <a:buNone/>
            </a:pPr>
            <a:r>
              <a:rPr lang="ko-KR" altLang="en-US" sz="2200" dirty="0">
                <a:solidFill>
                  <a:schemeClr val="bg1"/>
                </a:solidFill>
                <a:latin typeface="Paperlogy 8 ExtraBold" pitchFamily="34" charset="0"/>
                <a:ea typeface="Paperlogy 8 ExtraBold" pitchFamily="34" charset="-127"/>
                <a:cs typeface="Paperlogy 8 ExtraBold" pitchFamily="34" charset="-120"/>
              </a:rPr>
              <a:t>우회와 교차통행 병행</a:t>
            </a:r>
            <a:endParaRPr lang="ko-KR" sz="2200" dirty="0"/>
          </a:p>
        </p:txBody>
      </p:sp>
      <p:sp>
        <p:nvSpPr>
          <p:cNvPr id="42" name="Text 37"/>
          <p:cNvSpPr txBox="1"/>
          <p:nvPr/>
        </p:nvSpPr>
        <p:spPr>
          <a:xfrm>
            <a:off x="990600" y="5657850"/>
            <a:ext cx="7239000" cy="266700"/>
          </a:xfrm>
          <a:prstGeom prst="rect">
            <a:avLst/>
          </a:prstGeom>
          <a:noFill/>
          <a:ln/>
        </p:spPr>
        <p:txBody>
          <a:bodyPr wrap="square" lIns="0" tIns="0" rIns="0" bIns="0" rtlCol="0" anchor="ctr"/>
          <a:lstStyle/>
          <a:p>
            <a:pPr algn="l" indent="0" marL="0">
              <a:lnSpc>
                <a:spcPct val="101900"/>
              </a:lnSpc>
              <a:buNone/>
            </a:pPr>
            <a:r>
              <a:rPr lang="ko-KR" altLang="en-US" sz="1500" dirty="0">
                <a:solidFill>
                  <a:schemeClr val="accent4"/>
                </a:solidFill>
                <a:latin typeface="Paperlogy 4 Regular" pitchFamily="34" charset="0"/>
                <a:ea typeface="Paperlogy 4 Regular" pitchFamily="34" charset="-127"/>
                <a:cs typeface="Paperlogy 4 Regular" pitchFamily="34" charset="-120"/>
              </a:rPr>
              <a:t>ITS센터 협조 — VMS 표출 · 내비게이션사 정보제공으로 통제 · 우회정보 안내</a:t>
            </a:r>
            <a:endParaRPr lang="ko-KR" sz="1500" dirty="0"/>
          </a:p>
        </p:txBody>
      </p:sp>
      <p:sp>
        <p:nvSpPr>
          <p:cNvPr id="43" name="Shape 38"/>
          <p:cNvSpPr/>
          <p:nvPr/>
        </p:nvSpPr>
        <p:spPr>
          <a:xfrm>
            <a:off x="8458200" y="5410200"/>
            <a:ext cx="1333500" cy="457200"/>
          </a:xfrm>
          <a:prstGeom prst="roundRect">
            <a:avLst>
              <a:gd name="adj" fmla="val 25000"/>
            </a:avLst>
          </a:prstGeom>
          <a:solidFill>
            <a:schemeClr val="bg1">
              <a:alpha val="8000"/>
            </a:schemeClr>
          </a:solidFill>
          <a:ln/>
        </p:spPr>
      </p:sp>
      <p:pic>
        <p:nvPicPr>
          <p:cNvPr id="44" name="Image 3" descr="">    </p:cNvPr>
          <p:cNvPicPr>
            <a:picLocks noChangeAspect="1"/>
          </p:cNvPicPr>
          <p:nvPr/>
        </p:nvPicPr>
        <p:blipFill>
          <a:blip r:embed="rId4"/>
          <a:stretch>
            <a:fillRect/>
          </a:stretch>
        </p:blipFill>
        <p:spPr>
          <a:xfrm>
            <a:off x="8610600" y="5524500"/>
            <a:ext cx="228600" cy="228600"/>
          </a:xfrm>
          <a:prstGeom prst="rect">
            <a:avLst/>
          </a:prstGeom>
        </p:spPr>
      </p:pic>
      <p:sp>
        <p:nvSpPr>
          <p:cNvPr id="45" name="Text 39"/>
          <p:cNvSpPr txBox="1"/>
          <p:nvPr/>
        </p:nvSpPr>
        <p:spPr>
          <a:xfrm>
            <a:off x="8915400" y="5410200"/>
            <a:ext cx="838200" cy="457200"/>
          </a:xfrm>
          <a:prstGeom prst="rect">
            <a:avLst/>
          </a:prstGeom>
          <a:noFill/>
          <a:ln/>
        </p:spPr>
        <p:txBody>
          <a:bodyPr wrap="square" lIns="0" tIns="0" rIns="0" bIns="0" rtlCol="0" anchor="ctr"/>
          <a:lstStyle/>
          <a:p>
            <a:pPr algn="l" indent="0" marL="0">
              <a:lnSpc>
                <a:spcPct val="101900"/>
              </a:lnSpc>
              <a:buNone/>
            </a:pPr>
            <a:r>
              <a:rPr lang="ko-KR" altLang="en-US" sz="1400" dirty="0">
                <a:solidFill>
                  <a:schemeClr val="bg1"/>
                </a:solidFill>
                <a:latin typeface="Paperlogy 6 SemiBold" pitchFamily="34" charset="0"/>
                <a:ea typeface="Paperlogy 6 SemiBold" pitchFamily="34" charset="-127"/>
                <a:cs typeface="Paperlogy 6 SemiBold" pitchFamily="34" charset="-120"/>
              </a:rPr>
              <a:t>VMS 표출</a:t>
            </a:r>
            <a:endParaRPr lang="ko-KR" sz="1400" dirty="0"/>
          </a:p>
        </p:txBody>
      </p:sp>
      <p:sp>
        <p:nvSpPr>
          <p:cNvPr id="46" name="Shape 40"/>
          <p:cNvSpPr/>
          <p:nvPr/>
        </p:nvSpPr>
        <p:spPr>
          <a:xfrm>
            <a:off x="9906000" y="5410200"/>
            <a:ext cx="1333500" cy="457200"/>
          </a:xfrm>
          <a:prstGeom prst="roundRect">
            <a:avLst>
              <a:gd name="adj" fmla="val 25000"/>
            </a:avLst>
          </a:prstGeom>
          <a:solidFill>
            <a:schemeClr val="bg1">
              <a:alpha val="8000"/>
            </a:schemeClr>
          </a:solidFill>
          <a:ln/>
        </p:spPr>
      </p:sp>
      <p:pic>
        <p:nvPicPr>
          <p:cNvPr id="47" name="Image 4" descr="">    </p:cNvPr>
          <p:cNvPicPr>
            <a:picLocks noChangeAspect="1"/>
          </p:cNvPicPr>
          <p:nvPr/>
        </p:nvPicPr>
        <p:blipFill>
          <a:blip r:embed="rId5"/>
          <a:stretch>
            <a:fillRect/>
          </a:stretch>
        </p:blipFill>
        <p:spPr>
          <a:xfrm>
            <a:off x="10058400" y="5524500"/>
            <a:ext cx="228600" cy="228600"/>
          </a:xfrm>
          <a:prstGeom prst="rect">
            <a:avLst/>
          </a:prstGeom>
        </p:spPr>
      </p:pic>
      <p:sp>
        <p:nvSpPr>
          <p:cNvPr id="48" name="Text 41"/>
          <p:cNvSpPr txBox="1"/>
          <p:nvPr/>
        </p:nvSpPr>
        <p:spPr>
          <a:xfrm>
            <a:off x="10363200" y="5410200"/>
            <a:ext cx="838200" cy="457200"/>
          </a:xfrm>
          <a:prstGeom prst="rect">
            <a:avLst/>
          </a:prstGeom>
          <a:noFill/>
          <a:ln/>
        </p:spPr>
        <p:txBody>
          <a:bodyPr wrap="square" lIns="0" tIns="0" rIns="0" bIns="0" rtlCol="0" anchor="ctr"/>
          <a:lstStyle/>
          <a:p>
            <a:pPr algn="l" indent="0" marL="0">
              <a:lnSpc>
                <a:spcPct val="101900"/>
              </a:lnSpc>
              <a:buNone/>
            </a:pPr>
            <a:r>
              <a:rPr lang="ko-KR" altLang="en-US" sz="1400" dirty="0">
                <a:solidFill>
                  <a:schemeClr val="bg1"/>
                </a:solidFill>
                <a:latin typeface="Paperlogy 6 SemiBold" pitchFamily="34" charset="0"/>
                <a:ea typeface="Paperlogy 6 SemiBold" pitchFamily="34" charset="-127"/>
                <a:cs typeface="Paperlogy 6 SemiBold" pitchFamily="34" charset="-120"/>
              </a:rPr>
              <a:t>내비게이션</a:t>
            </a:r>
            <a:endParaRPr lang="ko-KR" sz="1400" dirty="0"/>
          </a:p>
        </p:txBody>
      </p:sp>
      <p:sp>
        <p:nvSpPr>
          <p:cNvPr id="25" name="Slide Number Placeholder 0"/>
          <p:cNvSpPr>
            <a:spLocks noGrp="1"/>
          </p:cNvSpPr>
          <p:nvPr>
            <p:ph type="sldNum" sz="quarter" idx="4294967295"/>
          </p:nvPr>
        </p:nvSpPr>
        <p:spPr>
          <a:xfrm>
            <a:off x="10553700" y="6438900"/>
            <a:ext cx="952500" cy="1905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latin typeface="Paperlogy 6 SemiBold"/>
                <a:ea typeface="Paperlogy 6 SemiBold"/>
                <a:cs typeface="Paperlogy 6 SemiBold"/>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685800" y="666750"/>
            <a:ext cx="10820400" cy="495300"/>
          </a:xfrm>
          <a:prstGeom prst="rect">
            <a:avLst/>
          </a:prstGeom>
          <a:noFill/>
          <a:ln/>
        </p:spPr>
        <p:txBody>
          <a:bodyPr wrap="square" lIns="0" tIns="0" rIns="0" bIns="0" rtlCol="0" anchor="t"/>
          <a:lstStyle/>
          <a:p>
            <a:pPr algn="l" indent="0" marL="0">
              <a:lnSpc>
                <a:spcPct val="101900"/>
              </a:lnSpc>
              <a:buNone/>
            </a:pPr>
            <a:r>
              <a:rPr lang="ko-KR" altLang="en-US" sz="3000" spc="-50" kern="0" dirty="0">
                <a:solidFill>
                  <a:schemeClr val="tx2"/>
                </a:solidFill>
                <a:latin typeface="Paperlogy 8 ExtraBold" pitchFamily="34" charset="0"/>
                <a:ea typeface="Paperlogy 8 ExtraBold" pitchFamily="34" charset="-127"/>
                <a:cs typeface="Paperlogy 8 ExtraBold" pitchFamily="34" charset="-120"/>
              </a:rPr>
              <a:t>상황전파 체계</a:t>
            </a:r>
            <a:endParaRPr lang="en-US" sz="3000" dirty="0"/>
          </a:p>
        </p:txBody>
      </p:sp>
      <p:sp>
        <p:nvSpPr>
          <p:cNvPr id="3" name="Text 1"/>
          <p:cNvSpPr txBox="1"/>
          <p:nvPr/>
        </p:nvSpPr>
        <p:spPr>
          <a:xfrm>
            <a:off x="685800" y="419100"/>
            <a:ext cx="6096000" cy="209550"/>
          </a:xfrm>
          <a:prstGeom prst="rect">
            <a:avLst/>
          </a:prstGeom>
          <a:noFill/>
          <a:ln/>
        </p:spPr>
        <p:txBody>
          <a:bodyPr wrap="square" lIns="0" tIns="0" rIns="0" bIns="0" rtlCol="0" anchor="ctr"/>
          <a:lstStyle/>
          <a:p>
            <a:pPr algn="l" indent="0" marL="0">
              <a:lnSpc>
                <a:spcPct val="101900"/>
              </a:lnSpc>
              <a:buNone/>
            </a:pPr>
            <a:r>
              <a:rPr lang="ko-KR" altLang="en-US" sz="1200" dirty="0">
                <a:solidFill>
                  <a:schemeClr val="accent2"/>
                </a:solidFill>
                <a:latin typeface="Paperlogy 8 ExtraBold" pitchFamily="34" charset="0"/>
                <a:ea typeface="Paperlogy 8 ExtraBold" pitchFamily="34" charset="-127"/>
                <a:cs typeface="Paperlogy 8 ExtraBold" pitchFamily="34" charset="-120"/>
              </a:rPr>
              <a:t>06</a:t>
            </a:r>
            <a:pPr algn="l" indent="0" marL="0">
              <a:lnSpc>
                <a:spcPct val="101900"/>
              </a:lnSpc>
              <a:buNone/>
            </a:pPr>
            <a:r>
              <a:rPr lang="ko-KR" altLang="en-US" sz="1200" dirty="0">
                <a:solidFill>
                  <a:schemeClr val="accent5"/>
                </a:solidFill>
                <a:latin typeface="Paperlogy 6 SemiBold" pitchFamily="34" charset="0"/>
                <a:ea typeface="Paperlogy 6 SemiBold" pitchFamily="34" charset="-127"/>
                <a:cs typeface="Paperlogy 6 SemiBold" pitchFamily="34" charset="-120"/>
              </a:rPr>
              <a:t>   상황전파 및 기관별 대응체계</a:t>
            </a:r>
            <a:endParaRPr lang="ko-KR" sz="1200" dirty="0"/>
          </a:p>
        </p:txBody>
      </p:sp>
      <p:sp>
        <p:nvSpPr>
          <p:cNvPr id="4" name="Text 2"/>
          <p:cNvSpPr txBox="1"/>
          <p:nvPr/>
        </p:nvSpPr>
        <p:spPr>
          <a:xfrm>
            <a:off x="3733800" y="1524000"/>
            <a:ext cx="2857500" cy="209550"/>
          </a:xfrm>
          <a:prstGeom prst="rect">
            <a:avLst/>
          </a:prstGeom>
          <a:noFill/>
          <a:ln/>
        </p:spPr>
        <p:txBody>
          <a:bodyPr wrap="square" lIns="0" tIns="0" rIns="0" bIns="0" rtlCol="0" anchor="ctr"/>
          <a:lstStyle/>
          <a:p>
            <a:pPr algn="l" indent="0" marL="0">
              <a:lnSpc>
                <a:spcPct val="101900"/>
              </a:lnSpc>
              <a:buNone/>
            </a:pPr>
            <a:r>
              <a:rPr lang="ko-KR" altLang="en-US" sz="1400" dirty="0">
                <a:solidFill>
                  <a:schemeClr val="accent1"/>
                </a:solidFill>
                <a:latin typeface="Paperlogy 6 SemiBold" pitchFamily="34" charset="0"/>
                <a:ea typeface="Paperlogy 6 SemiBold" pitchFamily="34" charset="-127"/>
                <a:cs typeface="Paperlogy 6 SemiBold" pitchFamily="34" charset="-120"/>
              </a:rPr>
              <a:t>보고 체계</a:t>
            </a:r>
            <a:endParaRPr lang="ko-KR" sz="1400" dirty="0"/>
          </a:p>
        </p:txBody>
      </p:sp>
      <p:sp>
        <p:nvSpPr>
          <p:cNvPr id="5" name="Shape 3"/>
          <p:cNvSpPr/>
          <p:nvPr/>
        </p:nvSpPr>
        <p:spPr>
          <a:xfrm>
            <a:off x="3733800" y="1809750"/>
            <a:ext cx="1981200" cy="1104900"/>
          </a:xfrm>
          <a:prstGeom prst="roundRect">
            <a:avLst>
              <a:gd name="adj" fmla="val 13793"/>
            </a:avLst>
          </a:prstGeom>
          <a:solidFill>
            <a:schemeClr val="bg1"/>
          </a:solidFill>
          <a:ln w="19050">
            <a:solidFill>
              <a:schemeClr val="accent1"/>
            </a:solidFill>
            <a:prstDash val="solid"/>
          </a:ln>
        </p:spPr>
      </p:sp>
      <p:sp>
        <p:nvSpPr>
          <p:cNvPr id="6" name="Text 4"/>
          <p:cNvSpPr txBox="1"/>
          <p:nvPr/>
        </p:nvSpPr>
        <p:spPr>
          <a:xfrm>
            <a:off x="3733800" y="1943100"/>
            <a:ext cx="1981200" cy="304800"/>
          </a:xfrm>
          <a:prstGeom prst="rect">
            <a:avLst/>
          </a:prstGeom>
          <a:noFill/>
          <a:ln/>
        </p:spPr>
        <p:txBody>
          <a:bodyPr wrap="square" lIns="0" tIns="0" rIns="0" bIns="0" rtlCol="0" anchor="ctr"/>
          <a:lstStyle/>
          <a:p>
            <a:pPr algn="ctr" indent="0" marL="0">
              <a:lnSpc>
                <a:spcPct val="101900"/>
              </a:lnSpc>
              <a:buNone/>
            </a:pPr>
            <a:r>
              <a:rPr lang="ko-KR" altLang="en-US" sz="2000" dirty="0">
                <a:solidFill>
                  <a:schemeClr val="tx1"/>
                </a:solidFill>
                <a:latin typeface="Paperlogy 7 Bold" pitchFamily="34" charset="0"/>
                <a:ea typeface="Paperlogy 7 Bold" pitchFamily="34" charset="-127"/>
                <a:cs typeface="Paperlogy 7 Bold" pitchFamily="34" charset="-120"/>
              </a:rPr>
              <a:t>예산국토</a:t>
            </a:r>
            <a:endParaRPr lang="ko-KR" sz="2000" dirty="0"/>
          </a:p>
        </p:txBody>
      </p:sp>
      <p:sp>
        <p:nvSpPr>
          <p:cNvPr id="7" name="Text 5"/>
          <p:cNvSpPr txBox="1"/>
          <p:nvPr/>
        </p:nvSpPr>
        <p:spPr>
          <a:xfrm>
            <a:off x="3733800" y="2286000"/>
            <a:ext cx="1981200" cy="495300"/>
          </a:xfrm>
          <a:prstGeom prst="rect">
            <a:avLst/>
          </a:prstGeom>
          <a:noFill/>
          <a:ln/>
        </p:spPr>
        <p:txBody>
          <a:bodyPr wrap="square" lIns="0" tIns="0" rIns="0" bIns="0" rtlCol="0" anchor="ctr"/>
          <a:lstStyle/>
          <a:p>
            <a:pPr algn="ctr" indent="0" marL="0">
              <a:lnSpc>
                <a:spcPct val="114600"/>
              </a:lnSpc>
              <a:buNone/>
            </a:pPr>
            <a:r>
              <a:rPr lang="ko-KR" altLang="en-US" sz="1300" dirty="0">
                <a:solidFill>
                  <a:schemeClr val="accent5"/>
                </a:solidFill>
                <a:latin typeface="Paperlogy 4 Regular" pitchFamily="34" charset="0"/>
                <a:ea typeface="Paperlogy 4 Regular" pitchFamily="34" charset="-127"/>
                <a:cs typeface="Paperlogy 4 Regular" pitchFamily="34" charset="-120"/>
              </a:rPr>
              <a:t>대전국토청 보고</a:t>
            </a:r>
            <a:endParaRPr lang="ko-KR" sz="1300" dirty="0"/>
          </a:p>
          <a:p>
            <a:pPr algn="ctr" indent="0" marL="0">
              <a:lnSpc>
                <a:spcPct val="114600"/>
              </a:lnSpc>
              <a:buNone/>
            </a:pPr>
            <a:r>
              <a:rPr lang="ko-KR" altLang="en-US" sz="1300" dirty="0">
                <a:solidFill>
                  <a:schemeClr val="accent5"/>
                </a:solidFill>
                <a:latin typeface="Paperlogy 4 Regular" pitchFamily="34" charset="0"/>
                <a:ea typeface="Paperlogy 4 Regular" pitchFamily="34" charset="-127"/>
                <a:cs typeface="Paperlogy 4 Regular" pitchFamily="34" charset="-120"/>
              </a:rPr>
              <a:t>관계기관 협조요청</a:t>
            </a:r>
            <a:endParaRPr lang="ko-KR" sz="1300" dirty="0"/>
          </a:p>
        </p:txBody>
      </p:sp>
      <p:sp>
        <p:nvSpPr>
          <p:cNvPr id="8" name="Shape 6"/>
          <p:cNvSpPr/>
          <p:nvPr/>
        </p:nvSpPr>
        <p:spPr>
          <a:xfrm>
            <a:off x="5753100" y="2362200"/>
            <a:ext cx="381000" cy="0"/>
          </a:xfrm>
          <a:prstGeom prst="line">
            <a:avLst/>
          </a:prstGeom>
          <a:noFill/>
          <a:ln w="23813">
            <a:solidFill>
              <a:schemeClr val="accent1"/>
            </a:solidFill>
            <a:prstDash val="solid"/>
            <a:tailEnd type="triangle"/>
          </a:ln>
        </p:spPr>
      </p:sp>
      <p:sp>
        <p:nvSpPr>
          <p:cNvPr id="9" name="Shape 7"/>
          <p:cNvSpPr/>
          <p:nvPr/>
        </p:nvSpPr>
        <p:spPr>
          <a:xfrm>
            <a:off x="6172200" y="1809750"/>
            <a:ext cx="2057400" cy="1104900"/>
          </a:xfrm>
          <a:prstGeom prst="roundRect">
            <a:avLst>
              <a:gd name="adj" fmla="val 13793"/>
            </a:avLst>
          </a:prstGeom>
          <a:solidFill>
            <a:schemeClr val="tx2"/>
          </a:solidFill>
          <a:ln/>
        </p:spPr>
      </p:sp>
      <p:sp>
        <p:nvSpPr>
          <p:cNvPr id="10" name="Text 8"/>
          <p:cNvSpPr txBox="1"/>
          <p:nvPr/>
        </p:nvSpPr>
        <p:spPr>
          <a:xfrm>
            <a:off x="6172200" y="1943100"/>
            <a:ext cx="2057400" cy="304800"/>
          </a:xfrm>
          <a:prstGeom prst="rect">
            <a:avLst/>
          </a:prstGeom>
          <a:noFill/>
          <a:ln/>
        </p:spPr>
        <p:txBody>
          <a:bodyPr wrap="square" lIns="0" tIns="0" rIns="0" bIns="0" rtlCol="0" anchor="ctr"/>
          <a:lstStyle/>
          <a:p>
            <a:pPr algn="ctr" indent="0" marL="0">
              <a:lnSpc>
                <a:spcPct val="101900"/>
              </a:lnSpc>
              <a:buNone/>
            </a:pPr>
            <a:r>
              <a:rPr lang="ko-KR" altLang="en-US" sz="2000" dirty="0">
                <a:solidFill>
                  <a:schemeClr val="bg1"/>
                </a:solidFill>
                <a:latin typeface="Paperlogy 7 Bold" pitchFamily="34" charset="0"/>
                <a:ea typeface="Paperlogy 7 Bold" pitchFamily="34" charset="-127"/>
                <a:cs typeface="Paperlogy 7 Bold" pitchFamily="34" charset="-120"/>
              </a:rPr>
              <a:t>대전국토청</a:t>
            </a:r>
            <a:endParaRPr lang="ko-KR" sz="2000" dirty="0"/>
          </a:p>
        </p:txBody>
      </p:sp>
      <p:sp>
        <p:nvSpPr>
          <p:cNvPr id="11" name="Text 9"/>
          <p:cNvSpPr txBox="1"/>
          <p:nvPr/>
        </p:nvSpPr>
        <p:spPr>
          <a:xfrm>
            <a:off x="6172200" y="2286000"/>
            <a:ext cx="2057400" cy="495300"/>
          </a:xfrm>
          <a:prstGeom prst="rect">
            <a:avLst/>
          </a:prstGeom>
          <a:noFill/>
          <a:ln/>
        </p:spPr>
        <p:txBody>
          <a:bodyPr wrap="square" lIns="0" tIns="0" rIns="0" bIns="0" rtlCol="0" anchor="ctr"/>
          <a:lstStyle/>
          <a:p>
            <a:pPr algn="ctr" indent="0" marL="0">
              <a:lnSpc>
                <a:spcPct val="114600"/>
              </a:lnSpc>
              <a:buNone/>
            </a:pPr>
            <a:r>
              <a:rPr lang="ko-KR" altLang="en-US" sz="1300" dirty="0">
                <a:solidFill>
                  <a:schemeClr val="accent4"/>
                </a:solidFill>
                <a:latin typeface="Paperlogy 4 Regular" pitchFamily="34" charset="0"/>
                <a:ea typeface="Paperlogy 4 Regular" pitchFamily="34" charset="-127"/>
                <a:cs typeface="Paperlogy 4 Regular" pitchFamily="34" charset="-120"/>
              </a:rPr>
              <a:t>상황판단회의</a:t>
            </a:r>
            <a:endParaRPr lang="ko-KR" sz="1300" dirty="0"/>
          </a:p>
          <a:p>
            <a:pPr algn="ctr" indent="0" marL="0">
              <a:lnSpc>
                <a:spcPct val="114600"/>
              </a:lnSpc>
              <a:buNone/>
            </a:pPr>
            <a:r>
              <a:rPr lang="ko-KR" altLang="en-US" sz="1300" dirty="0">
                <a:solidFill>
                  <a:schemeClr val="accent4"/>
                </a:solidFill>
                <a:latin typeface="Paperlogy 4 Regular" pitchFamily="34" charset="0"/>
                <a:ea typeface="Paperlogy 4 Regular" pitchFamily="34" charset="-127"/>
                <a:cs typeface="Paperlogy 4 Regular" pitchFamily="34" charset="-120"/>
              </a:rPr>
              <a:t>지역사고수습본부 설치·운영</a:t>
            </a:r>
            <a:endParaRPr lang="ko-KR" sz="1300" dirty="0"/>
          </a:p>
        </p:txBody>
      </p:sp>
      <p:sp>
        <p:nvSpPr>
          <p:cNvPr id="12" name="Origin node"/>
          <p:cNvSpPr/>
          <p:nvPr/>
        </p:nvSpPr>
        <p:spPr>
          <a:xfrm>
            <a:off x="685800" y="3143250"/>
            <a:ext cx="2705100" cy="1524000"/>
          </a:xfrm>
          <a:prstGeom prst="roundRect">
            <a:avLst>
              <a:gd name="adj" fmla="val 11250"/>
            </a:avLst>
          </a:prstGeom>
          <a:solidFill>
            <a:schemeClr val="accent2">
              <a:alpha val="7000"/>
            </a:schemeClr>
          </a:solidFill>
          <a:ln w="23813">
            <a:solidFill>
              <a:schemeClr val="accent2"/>
            </a:solidFill>
            <a:prstDash val="solid"/>
          </a:ln>
        </p:spPr>
      </p:sp>
      <p:pic>
        <p:nvPicPr>
          <p:cNvPr id="13" name="Image 0" descr="">    </p:cNvPr>
          <p:cNvPicPr>
            <a:picLocks noChangeAspect="1"/>
          </p:cNvPicPr>
          <p:nvPr/>
        </p:nvPicPr>
        <p:blipFill>
          <a:blip r:embed="rId1"/>
          <a:stretch>
            <a:fillRect/>
          </a:stretch>
        </p:blipFill>
        <p:spPr>
          <a:xfrm>
            <a:off x="914400" y="3333750"/>
            <a:ext cx="285750" cy="285750"/>
          </a:xfrm>
          <a:prstGeom prst="rect">
            <a:avLst/>
          </a:prstGeom>
        </p:spPr>
      </p:pic>
      <p:sp>
        <p:nvSpPr>
          <p:cNvPr id="14" name="Text 11"/>
          <p:cNvSpPr txBox="1"/>
          <p:nvPr/>
        </p:nvSpPr>
        <p:spPr>
          <a:xfrm>
            <a:off x="914400" y="3695700"/>
            <a:ext cx="2400300" cy="323850"/>
          </a:xfrm>
          <a:prstGeom prst="rect">
            <a:avLst/>
          </a:prstGeom>
          <a:noFill/>
          <a:ln/>
        </p:spPr>
        <p:txBody>
          <a:bodyPr wrap="square" lIns="0" tIns="0" rIns="0" bIns="0" rtlCol="0" anchor="ctr"/>
          <a:lstStyle/>
          <a:p>
            <a:pPr algn="l" indent="0" marL="0">
              <a:lnSpc>
                <a:spcPct val="101900"/>
              </a:lnSpc>
              <a:buNone/>
            </a:pPr>
            <a:r>
              <a:rPr lang="ko-KR" altLang="en-US" sz="2000" dirty="0">
                <a:solidFill>
                  <a:schemeClr val="tx1"/>
                </a:solidFill>
                <a:latin typeface="Paperlogy 7 Bold" pitchFamily="34" charset="0"/>
                <a:ea typeface="Paperlogy 7 Bold" pitchFamily="34" charset="-127"/>
                <a:cs typeface="Paperlogy 7 Bold" pitchFamily="34" charset="-120"/>
              </a:rPr>
              <a:t>터널통합관리센터</a:t>
            </a:r>
            <a:endParaRPr lang="ko-KR" sz="2000" dirty="0"/>
          </a:p>
        </p:txBody>
      </p:sp>
      <p:sp>
        <p:nvSpPr>
          <p:cNvPr id="15" name="Text 12"/>
          <p:cNvSpPr txBox="1"/>
          <p:nvPr/>
        </p:nvSpPr>
        <p:spPr>
          <a:xfrm>
            <a:off x="914400" y="4038600"/>
            <a:ext cx="2400300" cy="495300"/>
          </a:xfrm>
          <a:prstGeom prst="rect">
            <a:avLst/>
          </a:prstGeom>
          <a:noFill/>
          <a:ln/>
        </p:spPr>
        <p:txBody>
          <a:bodyPr wrap="square" lIns="0" tIns="0" rIns="0" bIns="0" rtlCol="0" anchor="t"/>
          <a:lstStyle/>
          <a:p>
            <a:pPr algn="l" indent="0" marL="0">
              <a:lnSpc>
                <a:spcPct val="114600"/>
              </a:lnSpc>
              <a:buNone/>
            </a:pPr>
            <a:r>
              <a:rPr lang="ko-KR" altLang="en-US" sz="1400" dirty="0">
                <a:solidFill>
                  <a:schemeClr val="accent5"/>
                </a:solidFill>
                <a:latin typeface="Paperlogy 4 Regular" pitchFamily="34" charset="0"/>
                <a:ea typeface="Paperlogy 4 Regular" pitchFamily="34" charset="-127"/>
                <a:cs typeface="Paperlogy 4 Regular" pitchFamily="34" charset="-120"/>
              </a:rPr>
              <a:t>CCTV 사고인지</a:t>
            </a:r>
            <a:endParaRPr lang="ko-KR" sz="1400" dirty="0"/>
          </a:p>
          <a:p>
            <a:pPr algn="l" indent="0" marL="0">
              <a:lnSpc>
                <a:spcPct val="114600"/>
              </a:lnSpc>
              <a:buNone/>
            </a:pPr>
            <a:r>
              <a:rPr lang="ko-KR" altLang="en-US" sz="1400" dirty="0">
                <a:solidFill>
                  <a:schemeClr val="accent5"/>
                </a:solidFill>
                <a:latin typeface="Paperlogy 4 Regular" pitchFamily="34" charset="0"/>
                <a:ea typeface="Paperlogy 4 Regular" pitchFamily="34" charset="-127"/>
                <a:cs typeface="Paperlogy 4 Regular" pitchFamily="34" charset="-120"/>
              </a:rPr>
              <a:t>방재시설 가동 · 현장출동조 투입</a:t>
            </a:r>
            <a:endParaRPr lang="ko-KR" sz="1400" dirty="0"/>
          </a:p>
        </p:txBody>
      </p:sp>
      <p:sp>
        <p:nvSpPr>
          <p:cNvPr id="16" name="Shape 13"/>
          <p:cNvSpPr/>
          <p:nvPr/>
        </p:nvSpPr>
        <p:spPr>
          <a:xfrm>
            <a:off x="3429000" y="3619500"/>
            <a:ext cx="152400" cy="0"/>
          </a:xfrm>
          <a:prstGeom prst="line">
            <a:avLst/>
          </a:prstGeom>
          <a:noFill/>
          <a:ln w="23813">
            <a:solidFill>
              <a:schemeClr val="accent1"/>
            </a:solidFill>
            <a:prstDash val="solid"/>
          </a:ln>
        </p:spPr>
      </p:sp>
      <p:sp>
        <p:nvSpPr>
          <p:cNvPr id="17" name="Shape 14"/>
          <p:cNvSpPr/>
          <p:nvPr/>
        </p:nvSpPr>
        <p:spPr>
          <a:xfrm flipV="1">
            <a:off x="3581400" y="2362200"/>
            <a:ext cx="0" cy="1257300"/>
          </a:xfrm>
          <a:prstGeom prst="line">
            <a:avLst/>
          </a:prstGeom>
          <a:noFill/>
          <a:ln w="23813">
            <a:solidFill>
              <a:schemeClr val="accent1"/>
            </a:solidFill>
            <a:prstDash val="solid"/>
          </a:ln>
        </p:spPr>
      </p:sp>
      <p:sp>
        <p:nvSpPr>
          <p:cNvPr id="18" name="Shape 15"/>
          <p:cNvSpPr/>
          <p:nvPr/>
        </p:nvSpPr>
        <p:spPr>
          <a:xfrm>
            <a:off x="3581400" y="2362200"/>
            <a:ext cx="114300" cy="0"/>
          </a:xfrm>
          <a:prstGeom prst="line">
            <a:avLst/>
          </a:prstGeom>
          <a:noFill/>
          <a:ln w="23813">
            <a:solidFill>
              <a:schemeClr val="accent1"/>
            </a:solidFill>
            <a:prstDash val="solid"/>
            <a:tailEnd type="triangle"/>
          </a:ln>
        </p:spPr>
      </p:sp>
      <p:sp>
        <p:nvSpPr>
          <p:cNvPr id="19" name="Shape 16"/>
          <p:cNvSpPr/>
          <p:nvPr/>
        </p:nvSpPr>
        <p:spPr>
          <a:xfrm>
            <a:off x="3429000" y="4248150"/>
            <a:ext cx="152400" cy="0"/>
          </a:xfrm>
          <a:prstGeom prst="line">
            <a:avLst/>
          </a:prstGeom>
          <a:noFill/>
          <a:ln w="23813">
            <a:solidFill>
              <a:schemeClr val="accent2"/>
            </a:solidFill>
            <a:prstDash val="solid"/>
          </a:ln>
        </p:spPr>
      </p:sp>
      <p:sp>
        <p:nvSpPr>
          <p:cNvPr id="20" name="Shape 17"/>
          <p:cNvSpPr/>
          <p:nvPr/>
        </p:nvSpPr>
        <p:spPr>
          <a:xfrm>
            <a:off x="3581400" y="4248150"/>
            <a:ext cx="0" cy="285750"/>
          </a:xfrm>
          <a:prstGeom prst="line">
            <a:avLst/>
          </a:prstGeom>
          <a:noFill/>
          <a:ln w="23813">
            <a:solidFill>
              <a:schemeClr val="accent2"/>
            </a:solidFill>
            <a:prstDash val="solid"/>
          </a:ln>
        </p:spPr>
      </p:sp>
      <p:sp>
        <p:nvSpPr>
          <p:cNvPr id="21" name="Shape 18"/>
          <p:cNvSpPr/>
          <p:nvPr/>
        </p:nvSpPr>
        <p:spPr>
          <a:xfrm>
            <a:off x="3581400" y="4533900"/>
            <a:ext cx="3752850" cy="0"/>
          </a:xfrm>
          <a:prstGeom prst="line">
            <a:avLst/>
          </a:prstGeom>
          <a:noFill/>
          <a:ln w="23813">
            <a:solidFill>
              <a:schemeClr val="accent2"/>
            </a:solidFill>
            <a:prstDash val="solid"/>
          </a:ln>
        </p:spPr>
      </p:sp>
      <p:sp>
        <p:nvSpPr>
          <p:cNvPr id="22" name="Text 19"/>
          <p:cNvSpPr txBox="1"/>
          <p:nvPr/>
        </p:nvSpPr>
        <p:spPr>
          <a:xfrm>
            <a:off x="3733800" y="4248150"/>
            <a:ext cx="1905000" cy="247650"/>
          </a:xfrm>
          <a:prstGeom prst="rect">
            <a:avLst/>
          </a:prstGeom>
          <a:noFill/>
          <a:ln/>
        </p:spPr>
        <p:txBody>
          <a:bodyPr wrap="square" lIns="0" tIns="0" rIns="0" bIns="0" rtlCol="0" anchor="ctr"/>
          <a:lstStyle/>
          <a:p>
            <a:pPr algn="l" indent="0" marL="0">
              <a:lnSpc>
                <a:spcPct val="101900"/>
              </a:lnSpc>
              <a:buNone/>
            </a:pPr>
            <a:r>
              <a:rPr lang="ko-KR" altLang="en-US" sz="1400" dirty="0">
                <a:solidFill>
                  <a:schemeClr val="accent2"/>
                </a:solidFill>
                <a:latin typeface="Paperlogy 6 SemiBold" pitchFamily="34" charset="0"/>
                <a:ea typeface="Paperlogy 6 SemiBold" pitchFamily="34" charset="-127"/>
                <a:cs typeface="Paperlogy 6 SemiBold" pitchFamily="34" charset="-120"/>
              </a:rPr>
              <a:t>동시 전파</a:t>
            </a:r>
            <a:endParaRPr lang="ko-KR" sz="1400" dirty="0"/>
          </a:p>
        </p:txBody>
      </p:sp>
      <p:sp>
        <p:nvSpPr>
          <p:cNvPr id="23" name="Shape 20"/>
          <p:cNvSpPr/>
          <p:nvPr/>
        </p:nvSpPr>
        <p:spPr>
          <a:xfrm>
            <a:off x="4400550" y="4533900"/>
            <a:ext cx="0" cy="285750"/>
          </a:xfrm>
          <a:prstGeom prst="line">
            <a:avLst/>
          </a:prstGeom>
          <a:noFill/>
          <a:ln w="23813">
            <a:solidFill>
              <a:schemeClr val="accent2"/>
            </a:solidFill>
            <a:prstDash val="solid"/>
            <a:tailEnd type="triangle"/>
          </a:ln>
        </p:spPr>
      </p:sp>
      <p:sp>
        <p:nvSpPr>
          <p:cNvPr id="24" name="Shape 21"/>
          <p:cNvSpPr/>
          <p:nvPr/>
        </p:nvSpPr>
        <p:spPr>
          <a:xfrm>
            <a:off x="3733800" y="4857750"/>
            <a:ext cx="1333500" cy="876300"/>
          </a:xfrm>
          <a:prstGeom prst="roundRect">
            <a:avLst>
              <a:gd name="adj" fmla="val 17391"/>
            </a:avLst>
          </a:prstGeom>
          <a:solidFill>
            <a:schemeClr val="bg1"/>
          </a:solidFill>
          <a:ln w="19050">
            <a:solidFill>
              <a:schemeClr val="accent2"/>
            </a:solidFill>
            <a:prstDash val="solid"/>
          </a:ln>
        </p:spPr>
      </p:sp>
      <p:pic>
        <p:nvPicPr>
          <p:cNvPr id="25" name="Image 1" descr="">    </p:cNvPr>
          <p:cNvPicPr>
            <a:picLocks noChangeAspect="1"/>
          </p:cNvPicPr>
          <p:nvPr/>
        </p:nvPicPr>
        <p:blipFill>
          <a:blip r:embed="rId2"/>
          <a:stretch>
            <a:fillRect/>
          </a:stretch>
        </p:blipFill>
        <p:spPr>
          <a:xfrm>
            <a:off x="4276725" y="4991100"/>
            <a:ext cx="247650" cy="247650"/>
          </a:xfrm>
          <a:prstGeom prst="rect">
            <a:avLst/>
          </a:prstGeom>
        </p:spPr>
      </p:pic>
      <p:sp>
        <p:nvSpPr>
          <p:cNvPr id="26" name="Text 22"/>
          <p:cNvSpPr txBox="1"/>
          <p:nvPr/>
        </p:nvSpPr>
        <p:spPr>
          <a:xfrm>
            <a:off x="3733800" y="5295900"/>
            <a:ext cx="1333500" cy="304800"/>
          </a:xfrm>
          <a:prstGeom prst="rect">
            <a:avLst/>
          </a:prstGeom>
          <a:noFill/>
          <a:ln/>
        </p:spPr>
        <p:txBody>
          <a:bodyPr wrap="square" lIns="0" tIns="0" rIns="0" bIns="0" rtlCol="0" anchor="ctr"/>
          <a:lstStyle/>
          <a:p>
            <a:pPr algn="ctr" indent="0" marL="0">
              <a:lnSpc>
                <a:spcPct val="101900"/>
              </a:lnSpc>
              <a:buNone/>
            </a:pPr>
            <a:r>
              <a:rPr lang="ko-KR" altLang="en-US" sz="1900" dirty="0">
                <a:solidFill>
                  <a:schemeClr val="tx1"/>
                </a:solidFill>
                <a:latin typeface="Paperlogy 7 Bold" pitchFamily="34" charset="0"/>
                <a:ea typeface="Paperlogy 7 Bold" pitchFamily="34" charset="-127"/>
                <a:cs typeface="Paperlogy 7 Bold" pitchFamily="34" charset="-120"/>
              </a:rPr>
              <a:t>경찰</a:t>
            </a:r>
            <a:endParaRPr lang="ko-KR" sz="1900" dirty="0"/>
          </a:p>
        </p:txBody>
      </p:sp>
      <p:sp>
        <p:nvSpPr>
          <p:cNvPr id="27" name="Shape 23"/>
          <p:cNvSpPr/>
          <p:nvPr/>
        </p:nvSpPr>
        <p:spPr>
          <a:xfrm>
            <a:off x="5867400" y="4533900"/>
            <a:ext cx="0" cy="285750"/>
          </a:xfrm>
          <a:prstGeom prst="line">
            <a:avLst/>
          </a:prstGeom>
          <a:noFill/>
          <a:ln w="23813">
            <a:solidFill>
              <a:schemeClr val="accent2"/>
            </a:solidFill>
            <a:prstDash val="solid"/>
            <a:tailEnd type="triangle"/>
          </a:ln>
        </p:spPr>
      </p:sp>
      <p:sp>
        <p:nvSpPr>
          <p:cNvPr id="28" name="Shape 24"/>
          <p:cNvSpPr/>
          <p:nvPr/>
        </p:nvSpPr>
        <p:spPr>
          <a:xfrm>
            <a:off x="5200650" y="4857750"/>
            <a:ext cx="1333500" cy="876300"/>
          </a:xfrm>
          <a:prstGeom prst="roundRect">
            <a:avLst>
              <a:gd name="adj" fmla="val 17391"/>
            </a:avLst>
          </a:prstGeom>
          <a:solidFill>
            <a:schemeClr val="bg1"/>
          </a:solidFill>
          <a:ln w="19050">
            <a:solidFill>
              <a:schemeClr val="accent2"/>
            </a:solidFill>
            <a:prstDash val="solid"/>
          </a:ln>
        </p:spPr>
      </p:sp>
      <p:pic>
        <p:nvPicPr>
          <p:cNvPr id="29" name="Image 2" descr="">    </p:cNvPr>
          <p:cNvPicPr>
            <a:picLocks noChangeAspect="1"/>
          </p:cNvPicPr>
          <p:nvPr/>
        </p:nvPicPr>
        <p:blipFill>
          <a:blip r:embed="rId3"/>
          <a:stretch>
            <a:fillRect/>
          </a:stretch>
        </p:blipFill>
        <p:spPr>
          <a:xfrm>
            <a:off x="5743575" y="4991100"/>
            <a:ext cx="247650" cy="247650"/>
          </a:xfrm>
          <a:prstGeom prst="rect">
            <a:avLst/>
          </a:prstGeom>
        </p:spPr>
      </p:pic>
      <p:sp>
        <p:nvSpPr>
          <p:cNvPr id="30" name="Text 25"/>
          <p:cNvSpPr txBox="1"/>
          <p:nvPr/>
        </p:nvSpPr>
        <p:spPr>
          <a:xfrm>
            <a:off x="5200650" y="5295900"/>
            <a:ext cx="1333500" cy="304800"/>
          </a:xfrm>
          <a:prstGeom prst="rect">
            <a:avLst/>
          </a:prstGeom>
          <a:noFill/>
          <a:ln/>
        </p:spPr>
        <p:txBody>
          <a:bodyPr wrap="square" lIns="0" tIns="0" rIns="0" bIns="0" rtlCol="0" anchor="ctr"/>
          <a:lstStyle/>
          <a:p>
            <a:pPr algn="ctr" indent="0" marL="0">
              <a:lnSpc>
                <a:spcPct val="101900"/>
              </a:lnSpc>
              <a:buNone/>
            </a:pPr>
            <a:r>
              <a:rPr lang="ko-KR" altLang="en-US" sz="1900" dirty="0">
                <a:solidFill>
                  <a:schemeClr val="tx1"/>
                </a:solidFill>
                <a:latin typeface="Paperlogy 7 Bold" pitchFamily="34" charset="0"/>
                <a:ea typeface="Paperlogy 7 Bold" pitchFamily="34" charset="-127"/>
                <a:cs typeface="Paperlogy 7 Bold" pitchFamily="34" charset="-120"/>
              </a:rPr>
              <a:t>소방</a:t>
            </a:r>
            <a:endParaRPr lang="ko-KR" sz="1900" dirty="0"/>
          </a:p>
        </p:txBody>
      </p:sp>
      <p:sp>
        <p:nvSpPr>
          <p:cNvPr id="31" name="Shape 26"/>
          <p:cNvSpPr/>
          <p:nvPr/>
        </p:nvSpPr>
        <p:spPr>
          <a:xfrm>
            <a:off x="7334250" y="4533900"/>
            <a:ext cx="0" cy="285750"/>
          </a:xfrm>
          <a:prstGeom prst="line">
            <a:avLst/>
          </a:prstGeom>
          <a:noFill/>
          <a:ln w="23813">
            <a:solidFill>
              <a:schemeClr val="accent2"/>
            </a:solidFill>
            <a:prstDash val="solid"/>
            <a:tailEnd type="triangle"/>
          </a:ln>
        </p:spPr>
      </p:sp>
      <p:sp>
        <p:nvSpPr>
          <p:cNvPr id="32" name="Shape 27"/>
          <p:cNvSpPr/>
          <p:nvPr/>
        </p:nvSpPr>
        <p:spPr>
          <a:xfrm>
            <a:off x="6667500" y="4857750"/>
            <a:ext cx="1333500" cy="876300"/>
          </a:xfrm>
          <a:prstGeom prst="roundRect">
            <a:avLst>
              <a:gd name="adj" fmla="val 17391"/>
            </a:avLst>
          </a:prstGeom>
          <a:solidFill>
            <a:schemeClr val="bg1"/>
          </a:solidFill>
          <a:ln w="19050">
            <a:solidFill>
              <a:schemeClr val="accent2"/>
            </a:solidFill>
            <a:prstDash val="solid"/>
          </a:ln>
        </p:spPr>
      </p:sp>
      <p:pic>
        <p:nvPicPr>
          <p:cNvPr id="33" name="Image 3" descr="">    </p:cNvPr>
          <p:cNvPicPr>
            <a:picLocks noChangeAspect="1"/>
          </p:cNvPicPr>
          <p:nvPr/>
        </p:nvPicPr>
        <p:blipFill>
          <a:blip r:embed="rId4"/>
          <a:stretch>
            <a:fillRect/>
          </a:stretch>
        </p:blipFill>
        <p:spPr>
          <a:xfrm>
            <a:off x="7210425" y="4991100"/>
            <a:ext cx="247650" cy="247650"/>
          </a:xfrm>
          <a:prstGeom prst="rect">
            <a:avLst/>
          </a:prstGeom>
        </p:spPr>
      </p:pic>
      <p:sp>
        <p:nvSpPr>
          <p:cNvPr id="34" name="Text 28"/>
          <p:cNvSpPr txBox="1"/>
          <p:nvPr/>
        </p:nvSpPr>
        <p:spPr>
          <a:xfrm>
            <a:off x="6667500" y="5295900"/>
            <a:ext cx="1333500" cy="304800"/>
          </a:xfrm>
          <a:prstGeom prst="rect">
            <a:avLst/>
          </a:prstGeom>
          <a:noFill/>
          <a:ln/>
        </p:spPr>
        <p:txBody>
          <a:bodyPr wrap="square" lIns="0" tIns="0" rIns="0" bIns="0" rtlCol="0" anchor="ctr"/>
          <a:lstStyle/>
          <a:p>
            <a:pPr algn="ctr" indent="0" marL="0">
              <a:lnSpc>
                <a:spcPct val="101900"/>
              </a:lnSpc>
              <a:buNone/>
            </a:pPr>
            <a:r>
              <a:rPr lang="ko-KR" altLang="en-US" sz="1900" dirty="0">
                <a:solidFill>
                  <a:schemeClr val="tx1"/>
                </a:solidFill>
                <a:latin typeface="Paperlogy 7 Bold" pitchFamily="34" charset="0"/>
                <a:ea typeface="Paperlogy 7 Bold" pitchFamily="34" charset="-127"/>
                <a:cs typeface="Paperlogy 7 Bold" pitchFamily="34" charset="-120"/>
              </a:rPr>
              <a:t>ITS센터</a:t>
            </a:r>
            <a:endParaRPr lang="ko-KR" sz="1900" dirty="0"/>
          </a:p>
        </p:txBody>
      </p:sp>
      <p:sp>
        <p:nvSpPr>
          <p:cNvPr id="35" name="Key message card"/>
          <p:cNvSpPr/>
          <p:nvPr/>
        </p:nvSpPr>
        <p:spPr>
          <a:xfrm>
            <a:off x="8534400" y="1447800"/>
            <a:ext cx="2971800" cy="4648200"/>
          </a:xfrm>
          <a:prstGeom prst="roundRect">
            <a:avLst>
              <a:gd name="adj" fmla="val 5769"/>
            </a:avLst>
          </a:prstGeom>
          <a:solidFill>
            <a:schemeClr val="tx2"/>
          </a:solidFill>
          <a:ln/>
        </p:spPr>
      </p:sp>
      <p:sp>
        <p:nvSpPr>
          <p:cNvPr id="36" name="Text 30"/>
          <p:cNvSpPr txBox="1"/>
          <p:nvPr/>
        </p:nvSpPr>
        <p:spPr>
          <a:xfrm>
            <a:off x="8839200" y="1752600"/>
            <a:ext cx="2362200" cy="228600"/>
          </a:xfrm>
          <a:prstGeom prst="rect">
            <a:avLst/>
          </a:prstGeom>
          <a:noFill/>
          <a:ln/>
        </p:spPr>
        <p:txBody>
          <a:bodyPr wrap="square" lIns="0" tIns="0" rIns="0" bIns="0" rtlCol="0" anchor="ctr"/>
          <a:lstStyle/>
          <a:p>
            <a:pPr algn="l" indent="0" marL="0">
              <a:lnSpc>
                <a:spcPct val="101900"/>
              </a:lnSpc>
              <a:buNone/>
            </a:pPr>
            <a:r>
              <a:rPr lang="ko-KR" altLang="en-US" sz="1400" dirty="0">
                <a:solidFill>
                  <a:schemeClr val="accent3"/>
                </a:solidFill>
                <a:latin typeface="Paperlogy 6 SemiBold" pitchFamily="34" charset="0"/>
                <a:ea typeface="Paperlogy 6 SemiBold" pitchFamily="34" charset="-127"/>
                <a:cs typeface="Paperlogy 6 SemiBold" pitchFamily="34" charset="-120"/>
              </a:rPr>
              <a:t>초동 조치 핵심</a:t>
            </a:r>
            <a:endParaRPr lang="ko-KR" sz="1400" dirty="0"/>
          </a:p>
        </p:txBody>
      </p:sp>
      <p:pic>
        <p:nvPicPr>
          <p:cNvPr id="37" name="Image 4" descr="">    </p:cNvPr>
          <p:cNvPicPr>
            <a:picLocks noChangeAspect="1"/>
          </p:cNvPicPr>
          <p:nvPr/>
        </p:nvPicPr>
        <p:blipFill>
          <a:blip r:embed="rId5"/>
          <a:stretch>
            <a:fillRect/>
          </a:stretch>
        </p:blipFill>
        <p:spPr>
          <a:xfrm>
            <a:off x="8839200" y="3314700"/>
            <a:ext cx="419100" cy="419100"/>
          </a:xfrm>
          <a:prstGeom prst="rect">
            <a:avLst/>
          </a:prstGeom>
        </p:spPr>
      </p:pic>
      <p:sp>
        <p:nvSpPr>
          <p:cNvPr id="38" name="Text 31"/>
          <p:cNvSpPr txBox="1"/>
          <p:nvPr/>
        </p:nvSpPr>
        <p:spPr>
          <a:xfrm>
            <a:off x="8839200" y="4000500"/>
            <a:ext cx="2362200" cy="971550"/>
          </a:xfrm>
          <a:prstGeom prst="rect">
            <a:avLst/>
          </a:prstGeom>
          <a:noFill/>
          <a:ln/>
        </p:spPr>
        <p:txBody>
          <a:bodyPr wrap="square" lIns="0" tIns="0" rIns="0" bIns="0" rtlCol="0" anchor="t"/>
          <a:lstStyle/>
          <a:p>
            <a:pPr algn="l" indent="0" marL="0">
              <a:lnSpc>
                <a:spcPct val="103600"/>
              </a:lnSpc>
              <a:buNone/>
            </a:pPr>
            <a:r>
              <a:rPr lang="ko-KR" altLang="en-US" sz="3000" spc="-50" kern="0" dirty="0">
                <a:solidFill>
                  <a:schemeClr val="bg1"/>
                </a:solidFill>
                <a:latin typeface="Paperlogy 8 ExtraBold" pitchFamily="34" charset="0"/>
                <a:ea typeface="Paperlogy 8 ExtraBold" pitchFamily="34" charset="-127"/>
                <a:cs typeface="Paperlogy 8 ExtraBold" pitchFamily="34" charset="-120"/>
              </a:rPr>
              <a:t>동시다발적</a:t>
            </a:r>
            <a:endParaRPr lang="ko-KR" sz="3000" dirty="0"/>
          </a:p>
          <a:p>
            <a:pPr algn="l" indent="0" marL="0">
              <a:lnSpc>
                <a:spcPct val="103600"/>
              </a:lnSpc>
              <a:buNone/>
            </a:pPr>
            <a:r>
              <a:rPr lang="ko-KR" altLang="en-US" sz="3000" spc="-50" kern="0" dirty="0">
                <a:solidFill>
                  <a:schemeClr val="bg1"/>
                </a:solidFill>
                <a:latin typeface="Paperlogy 8 ExtraBold" pitchFamily="34" charset="0"/>
                <a:ea typeface="Paperlogy 8 ExtraBold" pitchFamily="34" charset="-127"/>
                <a:cs typeface="Paperlogy 8 ExtraBold" pitchFamily="34" charset="-120"/>
              </a:rPr>
              <a:t>상황 전파</a:t>
            </a:r>
            <a:endParaRPr lang="ko-KR" sz="3000" dirty="0"/>
          </a:p>
        </p:txBody>
      </p:sp>
      <p:sp>
        <p:nvSpPr>
          <p:cNvPr id="39" name="Text 32"/>
          <p:cNvSpPr txBox="1"/>
          <p:nvPr/>
        </p:nvSpPr>
        <p:spPr>
          <a:xfrm>
            <a:off x="8839200" y="5105400"/>
            <a:ext cx="2362200" cy="685800"/>
          </a:xfrm>
          <a:prstGeom prst="rect">
            <a:avLst/>
          </a:prstGeom>
          <a:noFill/>
          <a:ln/>
        </p:spPr>
        <p:txBody>
          <a:bodyPr wrap="square" lIns="0" tIns="0" rIns="0" bIns="0" rtlCol="0" anchor="t"/>
          <a:lstStyle/>
          <a:p>
            <a:pPr algn="l" indent="0" marL="0">
              <a:lnSpc>
                <a:spcPct val="127400"/>
              </a:lnSpc>
              <a:buNone/>
            </a:pPr>
            <a:r>
              <a:rPr lang="ko-KR" altLang="en-US" sz="1700" dirty="0">
                <a:solidFill>
                  <a:schemeClr val="accent4"/>
                </a:solidFill>
                <a:latin typeface="Paperlogy 4 Regular" pitchFamily="34" charset="0"/>
                <a:ea typeface="Paperlogy 4 Regular" pitchFamily="34" charset="-127"/>
                <a:cs typeface="Paperlogy 4 Regular" pitchFamily="34" charset="-120"/>
              </a:rPr>
              <a:t>초동 조치의 핵심인</a:t>
            </a:r>
            <a:endParaRPr lang="ko-KR" sz="1700" dirty="0"/>
          </a:p>
          <a:p>
            <a:pPr algn="l" indent="0" marL="0">
              <a:lnSpc>
                <a:spcPct val="127400"/>
              </a:lnSpc>
              <a:buNone/>
            </a:pPr>
            <a:r>
              <a:rPr lang="ko-KR" altLang="en-US" sz="1700" dirty="0">
                <a:solidFill>
                  <a:schemeClr val="accent4"/>
                </a:solidFill>
                <a:latin typeface="Paperlogy 4 Regular" pitchFamily="34" charset="0"/>
                <a:ea typeface="Paperlogy 4 Regular" pitchFamily="34" charset="-127"/>
                <a:cs typeface="Paperlogy 4 Regular" pitchFamily="34" charset="-120"/>
              </a:rPr>
              <a:t>골든타임 확보</a:t>
            </a:r>
            <a:endParaRPr lang="ko-KR" sz="1700" dirty="0"/>
          </a:p>
        </p:txBody>
      </p:sp>
      <p:sp>
        <p:nvSpPr>
          <p:cNvPr id="25" name="Slide Number Placeholder 0"/>
          <p:cNvSpPr>
            <a:spLocks noGrp="1"/>
          </p:cNvSpPr>
          <p:nvPr>
            <p:ph type="sldNum" sz="quarter" idx="4294967295"/>
          </p:nvPr>
        </p:nvSpPr>
        <p:spPr>
          <a:xfrm>
            <a:off x="10553700" y="6438900"/>
            <a:ext cx="952500" cy="1905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latin typeface="Paperlogy 6 SemiBold"/>
                <a:ea typeface="Paperlogy 6 SemiBold"/>
                <a:cs typeface="Paperlogy 6 SemiBold"/>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685800" y="666750"/>
            <a:ext cx="10820400" cy="495300"/>
          </a:xfrm>
          <a:prstGeom prst="rect">
            <a:avLst/>
          </a:prstGeom>
          <a:noFill/>
          <a:ln/>
        </p:spPr>
        <p:txBody>
          <a:bodyPr wrap="square" lIns="0" tIns="0" rIns="0" bIns="0" rtlCol="0" anchor="t"/>
          <a:lstStyle/>
          <a:p>
            <a:pPr algn="l" indent="0" marL="0">
              <a:lnSpc>
                <a:spcPct val="101900"/>
              </a:lnSpc>
              <a:buNone/>
            </a:pPr>
            <a:r>
              <a:rPr lang="ko-KR" altLang="en-US" sz="3000" spc="-50" kern="0" dirty="0">
                <a:solidFill>
                  <a:schemeClr val="tx2"/>
                </a:solidFill>
                <a:latin typeface="Paperlogy 8 ExtraBold" pitchFamily="34" charset="0"/>
                <a:ea typeface="Paperlogy 8 ExtraBold" pitchFamily="34" charset="-127"/>
                <a:cs typeface="Paperlogy 8 ExtraBold" pitchFamily="34" charset="-120"/>
              </a:rPr>
              <a:t>기관별 대응 현황</a:t>
            </a:r>
            <a:endParaRPr lang="en-US" sz="3000" dirty="0"/>
          </a:p>
        </p:txBody>
      </p:sp>
      <p:sp>
        <p:nvSpPr>
          <p:cNvPr id="3" name="Text 1"/>
          <p:cNvSpPr txBox="1"/>
          <p:nvPr/>
        </p:nvSpPr>
        <p:spPr>
          <a:xfrm>
            <a:off x="685800" y="419100"/>
            <a:ext cx="6096000" cy="209550"/>
          </a:xfrm>
          <a:prstGeom prst="rect">
            <a:avLst/>
          </a:prstGeom>
          <a:noFill/>
          <a:ln/>
        </p:spPr>
        <p:txBody>
          <a:bodyPr wrap="square" lIns="0" tIns="0" rIns="0" bIns="0" rtlCol="0" anchor="ctr"/>
          <a:lstStyle/>
          <a:p>
            <a:pPr algn="l" indent="0" marL="0">
              <a:lnSpc>
                <a:spcPct val="101900"/>
              </a:lnSpc>
              <a:buNone/>
            </a:pPr>
            <a:r>
              <a:rPr lang="ko-KR" altLang="en-US" sz="1200" dirty="0">
                <a:solidFill>
                  <a:schemeClr val="accent2"/>
                </a:solidFill>
                <a:latin typeface="Paperlogy 8 ExtraBold" pitchFamily="34" charset="0"/>
                <a:ea typeface="Paperlogy 8 ExtraBold" pitchFamily="34" charset="-127"/>
                <a:cs typeface="Paperlogy 8 ExtraBold" pitchFamily="34" charset="-120"/>
              </a:rPr>
              <a:t>06</a:t>
            </a:r>
            <a:pPr algn="l" indent="0" marL="0">
              <a:lnSpc>
                <a:spcPct val="101900"/>
              </a:lnSpc>
              <a:buNone/>
            </a:pPr>
            <a:r>
              <a:rPr lang="ko-KR" altLang="en-US" sz="1200" dirty="0">
                <a:solidFill>
                  <a:schemeClr val="accent5"/>
                </a:solidFill>
                <a:latin typeface="Paperlogy 6 SemiBold" pitchFamily="34" charset="0"/>
                <a:ea typeface="Paperlogy 6 SemiBold" pitchFamily="34" charset="-127"/>
                <a:cs typeface="Paperlogy 6 SemiBold" pitchFamily="34" charset="-120"/>
              </a:rPr>
              <a:t>   상황전파 및 기관별 대응체계</a:t>
            </a:r>
            <a:endParaRPr lang="ko-KR" sz="1200" dirty="0"/>
          </a:p>
        </p:txBody>
      </p:sp>
      <p:sp>
        <p:nvSpPr>
          <p:cNvPr id="4" name="Shape 2"/>
          <p:cNvSpPr/>
          <p:nvPr/>
        </p:nvSpPr>
        <p:spPr>
          <a:xfrm>
            <a:off x="4495800" y="2171700"/>
            <a:ext cx="649918" cy="479701"/>
          </a:xfrm>
          <a:prstGeom prst="line">
            <a:avLst/>
          </a:prstGeom>
          <a:noFill/>
          <a:ln w="19050">
            <a:solidFill>
              <a:schemeClr val="accent4"/>
            </a:solidFill>
            <a:prstDash val="solid"/>
          </a:ln>
        </p:spPr>
      </p:sp>
      <p:sp>
        <p:nvSpPr>
          <p:cNvPr id="5" name="Shape 3"/>
          <p:cNvSpPr/>
          <p:nvPr/>
        </p:nvSpPr>
        <p:spPr>
          <a:xfrm>
            <a:off x="5098093" y="2603776"/>
            <a:ext cx="95250" cy="95250"/>
          </a:xfrm>
          <a:prstGeom prst="ellipse">
            <a:avLst/>
          </a:prstGeom>
          <a:solidFill>
            <a:schemeClr val="accent1"/>
          </a:solidFill>
          <a:ln/>
        </p:spPr>
      </p:sp>
      <p:sp>
        <p:nvSpPr>
          <p:cNvPr id="6" name="Shape 4"/>
          <p:cNvSpPr/>
          <p:nvPr/>
        </p:nvSpPr>
        <p:spPr>
          <a:xfrm flipV="1">
            <a:off x="4495800" y="3380913"/>
            <a:ext cx="419435" cy="9987"/>
          </a:xfrm>
          <a:prstGeom prst="line">
            <a:avLst/>
          </a:prstGeom>
          <a:noFill/>
          <a:ln w="19050">
            <a:solidFill>
              <a:schemeClr val="accent4"/>
            </a:solidFill>
            <a:prstDash val="solid"/>
          </a:ln>
        </p:spPr>
      </p:sp>
      <p:sp>
        <p:nvSpPr>
          <p:cNvPr id="7" name="Shape 5"/>
          <p:cNvSpPr/>
          <p:nvPr/>
        </p:nvSpPr>
        <p:spPr>
          <a:xfrm>
            <a:off x="4867610" y="3333288"/>
            <a:ext cx="95250" cy="95250"/>
          </a:xfrm>
          <a:prstGeom prst="ellipse">
            <a:avLst/>
          </a:prstGeom>
          <a:solidFill>
            <a:schemeClr val="accent1"/>
          </a:solidFill>
          <a:ln/>
        </p:spPr>
      </p:sp>
      <p:sp>
        <p:nvSpPr>
          <p:cNvPr id="8" name="Shape 6"/>
          <p:cNvSpPr/>
          <p:nvPr/>
        </p:nvSpPr>
        <p:spPr>
          <a:xfrm flipV="1">
            <a:off x="4495800" y="4082509"/>
            <a:ext cx="671479" cy="527591"/>
          </a:xfrm>
          <a:prstGeom prst="line">
            <a:avLst/>
          </a:prstGeom>
          <a:noFill/>
          <a:ln w="19050">
            <a:solidFill>
              <a:schemeClr val="accent4"/>
            </a:solidFill>
            <a:prstDash val="solid"/>
          </a:ln>
        </p:spPr>
      </p:sp>
      <p:sp>
        <p:nvSpPr>
          <p:cNvPr id="9" name="Shape 7"/>
          <p:cNvSpPr/>
          <p:nvPr/>
        </p:nvSpPr>
        <p:spPr>
          <a:xfrm>
            <a:off x="5119654" y="4034884"/>
            <a:ext cx="95250" cy="95250"/>
          </a:xfrm>
          <a:prstGeom prst="ellipse">
            <a:avLst/>
          </a:prstGeom>
          <a:solidFill>
            <a:schemeClr val="accent1"/>
          </a:solidFill>
          <a:ln/>
        </p:spPr>
      </p:sp>
      <p:sp>
        <p:nvSpPr>
          <p:cNvPr id="10" name="Shape 8"/>
          <p:cNvSpPr/>
          <p:nvPr/>
        </p:nvSpPr>
        <p:spPr>
          <a:xfrm flipH="1">
            <a:off x="7046282" y="2171700"/>
            <a:ext cx="649918" cy="479701"/>
          </a:xfrm>
          <a:prstGeom prst="line">
            <a:avLst/>
          </a:prstGeom>
          <a:noFill/>
          <a:ln w="19050">
            <a:solidFill>
              <a:schemeClr val="accent4"/>
            </a:solidFill>
            <a:prstDash val="solid"/>
          </a:ln>
        </p:spPr>
      </p:sp>
      <p:sp>
        <p:nvSpPr>
          <p:cNvPr id="11" name="Shape 9"/>
          <p:cNvSpPr/>
          <p:nvPr/>
        </p:nvSpPr>
        <p:spPr>
          <a:xfrm>
            <a:off x="6998657" y="2603776"/>
            <a:ext cx="95250" cy="95250"/>
          </a:xfrm>
          <a:prstGeom prst="ellipse">
            <a:avLst/>
          </a:prstGeom>
          <a:solidFill>
            <a:schemeClr val="accent1"/>
          </a:solidFill>
          <a:ln/>
        </p:spPr>
      </p:sp>
      <p:sp>
        <p:nvSpPr>
          <p:cNvPr id="12" name="Shape 10"/>
          <p:cNvSpPr/>
          <p:nvPr/>
        </p:nvSpPr>
        <p:spPr>
          <a:xfrm flipH="1" flipV="1">
            <a:off x="7276765" y="3380913"/>
            <a:ext cx="419435" cy="9987"/>
          </a:xfrm>
          <a:prstGeom prst="line">
            <a:avLst/>
          </a:prstGeom>
          <a:noFill/>
          <a:ln w="19050">
            <a:solidFill>
              <a:schemeClr val="accent4"/>
            </a:solidFill>
            <a:prstDash val="solid"/>
          </a:ln>
        </p:spPr>
      </p:sp>
      <p:sp>
        <p:nvSpPr>
          <p:cNvPr id="13" name="Shape 11"/>
          <p:cNvSpPr/>
          <p:nvPr/>
        </p:nvSpPr>
        <p:spPr>
          <a:xfrm>
            <a:off x="7229140" y="3333288"/>
            <a:ext cx="95250" cy="95250"/>
          </a:xfrm>
          <a:prstGeom prst="ellipse">
            <a:avLst/>
          </a:prstGeom>
          <a:solidFill>
            <a:schemeClr val="accent1"/>
          </a:solidFill>
          <a:ln/>
        </p:spPr>
      </p:sp>
      <p:sp>
        <p:nvSpPr>
          <p:cNvPr id="14" name="Shape 12"/>
          <p:cNvSpPr/>
          <p:nvPr/>
        </p:nvSpPr>
        <p:spPr>
          <a:xfrm flipH="1" flipV="1">
            <a:off x="7024721" y="4082509"/>
            <a:ext cx="671479" cy="527591"/>
          </a:xfrm>
          <a:prstGeom prst="line">
            <a:avLst/>
          </a:prstGeom>
          <a:noFill/>
          <a:ln w="19050">
            <a:solidFill>
              <a:schemeClr val="accent4"/>
            </a:solidFill>
            <a:prstDash val="solid"/>
          </a:ln>
        </p:spPr>
      </p:sp>
      <p:sp>
        <p:nvSpPr>
          <p:cNvPr id="15" name="Shape 13"/>
          <p:cNvSpPr/>
          <p:nvPr/>
        </p:nvSpPr>
        <p:spPr>
          <a:xfrm>
            <a:off x="6977096" y="4034884"/>
            <a:ext cx="95250" cy="95250"/>
          </a:xfrm>
          <a:prstGeom prst="ellipse">
            <a:avLst/>
          </a:prstGeom>
          <a:solidFill>
            <a:schemeClr val="accent1"/>
          </a:solidFill>
          <a:ln/>
        </p:spPr>
      </p:sp>
      <p:sp>
        <p:nvSpPr>
          <p:cNvPr id="16" name="Shape 14"/>
          <p:cNvSpPr/>
          <p:nvPr/>
        </p:nvSpPr>
        <p:spPr>
          <a:xfrm>
            <a:off x="4914900" y="2171700"/>
            <a:ext cx="2362200" cy="2362200"/>
          </a:xfrm>
          <a:prstGeom prst="ellipse">
            <a:avLst/>
          </a:prstGeom>
          <a:ln w="14288">
            <a:solidFill>
              <a:schemeClr val="accent4"/>
            </a:solidFill>
            <a:prstDash val="dash"/>
          </a:ln>
        </p:spPr>
      </p:sp>
      <p:sp>
        <p:nvSpPr>
          <p:cNvPr id="17" name="Hub"/>
          <p:cNvSpPr/>
          <p:nvPr/>
        </p:nvSpPr>
        <p:spPr>
          <a:xfrm>
            <a:off x="5105400" y="2362200"/>
            <a:ext cx="1981200" cy="1981200"/>
          </a:xfrm>
          <a:prstGeom prst="ellipse">
            <a:avLst/>
          </a:prstGeom>
          <a:solidFill>
            <a:schemeClr val="tx2"/>
          </a:solidFill>
          <a:ln/>
        </p:spPr>
      </p:sp>
      <p:pic>
        <p:nvPicPr>
          <p:cNvPr id="18" name="Image 0" descr="">    </p:cNvPr>
          <p:cNvPicPr>
            <a:picLocks noChangeAspect="1"/>
          </p:cNvPicPr>
          <p:nvPr/>
        </p:nvPicPr>
        <p:blipFill>
          <a:blip r:embed="rId1"/>
          <a:stretch>
            <a:fillRect/>
          </a:stretch>
        </p:blipFill>
        <p:spPr>
          <a:xfrm>
            <a:off x="5972175" y="2705100"/>
            <a:ext cx="247650" cy="247650"/>
          </a:xfrm>
          <a:prstGeom prst="rect">
            <a:avLst/>
          </a:prstGeom>
        </p:spPr>
      </p:pic>
      <p:sp>
        <p:nvSpPr>
          <p:cNvPr id="19" name="Text 16"/>
          <p:cNvSpPr txBox="1"/>
          <p:nvPr/>
        </p:nvSpPr>
        <p:spPr>
          <a:xfrm>
            <a:off x="5143500" y="3067050"/>
            <a:ext cx="1905000" cy="666750"/>
          </a:xfrm>
          <a:prstGeom prst="rect">
            <a:avLst/>
          </a:prstGeom>
          <a:noFill/>
          <a:ln/>
        </p:spPr>
        <p:txBody>
          <a:bodyPr wrap="square" lIns="0" tIns="0" rIns="0" bIns="0" rtlCol="0" anchor="ctr"/>
          <a:lstStyle/>
          <a:p>
            <a:pPr algn="ctr" indent="0" marL="0">
              <a:lnSpc>
                <a:spcPct val="106100"/>
              </a:lnSpc>
              <a:buNone/>
            </a:pPr>
            <a:r>
              <a:rPr lang="ko-KR" altLang="en-US" sz="2000" dirty="0">
                <a:solidFill>
                  <a:schemeClr val="bg1"/>
                </a:solidFill>
                <a:latin typeface="Paperlogy 8 ExtraBold" pitchFamily="34" charset="0"/>
                <a:ea typeface="Paperlogy 8 ExtraBold" pitchFamily="34" charset="-127"/>
                <a:cs typeface="Paperlogy 8 ExtraBold" pitchFamily="34" charset="-120"/>
              </a:rPr>
              <a:t>온석터널</a:t>
            </a:r>
            <a:endParaRPr lang="ko-KR" sz="2000" dirty="0"/>
          </a:p>
          <a:p>
            <a:pPr algn="ctr" indent="0" marL="0">
              <a:lnSpc>
                <a:spcPct val="106100"/>
              </a:lnSpc>
              <a:buNone/>
            </a:pPr>
            <a:r>
              <a:rPr lang="ko-KR" altLang="en-US" sz="2000" dirty="0">
                <a:solidFill>
                  <a:schemeClr val="bg1"/>
                </a:solidFill>
                <a:latin typeface="Paperlogy 8 ExtraBold" pitchFamily="34" charset="0"/>
                <a:ea typeface="Paperlogy 8 ExtraBold" pitchFamily="34" charset="-127"/>
                <a:cs typeface="Paperlogy 8 ExtraBold" pitchFamily="34" charset="-120"/>
              </a:rPr>
              <a:t>사고 현장</a:t>
            </a:r>
            <a:endParaRPr lang="ko-KR" sz="2000" dirty="0"/>
          </a:p>
        </p:txBody>
      </p:sp>
      <p:sp>
        <p:nvSpPr>
          <p:cNvPr id="20" name="Text 17"/>
          <p:cNvSpPr txBox="1"/>
          <p:nvPr/>
        </p:nvSpPr>
        <p:spPr>
          <a:xfrm>
            <a:off x="5143500" y="3771900"/>
            <a:ext cx="1905000" cy="209550"/>
          </a:xfrm>
          <a:prstGeom prst="rect">
            <a:avLst/>
          </a:prstGeom>
          <a:noFill/>
          <a:ln/>
        </p:spPr>
        <p:txBody>
          <a:bodyPr wrap="square" lIns="0" tIns="0" rIns="0" bIns="0" rtlCol="0" anchor="ctr"/>
          <a:lstStyle/>
          <a:p>
            <a:pPr algn="ctr" indent="0" marL="0">
              <a:lnSpc>
                <a:spcPct val="101900"/>
              </a:lnSpc>
              <a:buNone/>
            </a:pPr>
            <a:r>
              <a:rPr lang="ko-KR" altLang="en-US" sz="1200" spc="100" kern="0" dirty="0">
                <a:solidFill>
                  <a:schemeClr val="accent3"/>
                </a:solidFill>
                <a:latin typeface="Paperlogy 6 SemiBold" pitchFamily="34" charset="0"/>
                <a:ea typeface="Paperlogy 6 SemiBold" pitchFamily="34" charset="-127"/>
                <a:cs typeface="Paperlogy 6 SemiBold" pitchFamily="34" charset="-120"/>
              </a:rPr>
              <a:t>Concurrent</a:t>
            </a:r>
            <a:endParaRPr lang="ko-KR" sz="1200" dirty="0"/>
          </a:p>
        </p:txBody>
      </p:sp>
      <p:sp>
        <p:nvSpPr>
          <p:cNvPr id="21" name="Shape 18"/>
          <p:cNvSpPr/>
          <p:nvPr/>
        </p:nvSpPr>
        <p:spPr>
          <a:xfrm>
            <a:off x="685800" y="1638300"/>
            <a:ext cx="3810000" cy="1066800"/>
          </a:xfrm>
          <a:prstGeom prst="roundRect">
            <a:avLst>
              <a:gd name="adj" fmla="val 14286"/>
            </a:avLst>
          </a:prstGeom>
          <a:solidFill>
            <a:schemeClr val="bg1"/>
          </a:solidFill>
          <a:ln w="14288">
            <a:solidFill>
              <a:schemeClr val="accent6"/>
            </a:solidFill>
            <a:prstDash val="solid"/>
          </a:ln>
        </p:spPr>
      </p:sp>
      <p:sp>
        <p:nvSpPr>
          <p:cNvPr id="22" name="Shape 19"/>
          <p:cNvSpPr/>
          <p:nvPr/>
        </p:nvSpPr>
        <p:spPr>
          <a:xfrm>
            <a:off x="876300" y="1905000"/>
            <a:ext cx="533400" cy="533400"/>
          </a:xfrm>
          <a:prstGeom prst="ellipse">
            <a:avLst/>
          </a:prstGeom>
          <a:solidFill>
            <a:schemeClr val="accent1">
              <a:alpha val="10000"/>
            </a:schemeClr>
          </a:solidFill>
          <a:ln/>
        </p:spPr>
      </p:sp>
      <p:pic>
        <p:nvPicPr>
          <p:cNvPr id="23" name="Image 1" descr="">    </p:cNvPr>
          <p:cNvPicPr>
            <a:picLocks noChangeAspect="1"/>
          </p:cNvPicPr>
          <p:nvPr/>
        </p:nvPicPr>
        <p:blipFill>
          <a:blip r:embed="rId2"/>
          <a:stretch>
            <a:fillRect/>
          </a:stretch>
        </p:blipFill>
        <p:spPr>
          <a:xfrm>
            <a:off x="1009650" y="2038350"/>
            <a:ext cx="266700" cy="266700"/>
          </a:xfrm>
          <a:prstGeom prst="rect">
            <a:avLst/>
          </a:prstGeom>
        </p:spPr>
      </p:pic>
      <p:sp>
        <p:nvSpPr>
          <p:cNvPr id="24" name="Text 20"/>
          <p:cNvSpPr txBox="1"/>
          <p:nvPr/>
        </p:nvSpPr>
        <p:spPr>
          <a:xfrm>
            <a:off x="1562100" y="1847850"/>
            <a:ext cx="2819400" cy="285750"/>
          </a:xfrm>
          <a:prstGeom prst="rect">
            <a:avLst/>
          </a:prstGeom>
          <a:noFill/>
          <a:ln/>
        </p:spPr>
        <p:txBody>
          <a:bodyPr wrap="square" lIns="0" tIns="0" rIns="0" bIns="0" rtlCol="0" anchor="ctr"/>
          <a:lstStyle/>
          <a:p>
            <a:pPr algn="l" indent="0" marL="0">
              <a:lnSpc>
                <a:spcPct val="101900"/>
              </a:lnSpc>
              <a:buNone/>
            </a:pPr>
            <a:r>
              <a:rPr lang="ko-KR" altLang="en-US" sz="1800" dirty="0">
                <a:solidFill>
                  <a:schemeClr val="tx1"/>
                </a:solidFill>
                <a:latin typeface="Paperlogy 7 Bold" pitchFamily="34" charset="0"/>
                <a:ea typeface="Paperlogy 7 Bold" pitchFamily="34" charset="-127"/>
                <a:cs typeface="Paperlogy 7 Bold" pitchFamily="34" charset="-120"/>
              </a:rPr>
              <a:t>경찰</a:t>
            </a:r>
            <a:endParaRPr lang="ko-KR" sz="1800" dirty="0"/>
          </a:p>
        </p:txBody>
      </p:sp>
      <p:sp>
        <p:nvSpPr>
          <p:cNvPr id="25" name="Text 21"/>
          <p:cNvSpPr txBox="1"/>
          <p:nvPr/>
        </p:nvSpPr>
        <p:spPr>
          <a:xfrm>
            <a:off x="1562100" y="2152650"/>
            <a:ext cx="2819400" cy="285750"/>
          </a:xfrm>
          <a:prstGeom prst="rect">
            <a:avLst/>
          </a:prstGeom>
          <a:noFill/>
          <a:ln/>
        </p:spPr>
        <p:txBody>
          <a:bodyPr wrap="square" lIns="0" tIns="0" rIns="0" bIns="0" rtlCol="0" anchor="ctr"/>
          <a:lstStyle/>
          <a:p>
            <a:pPr algn="l" indent="0" marL="0">
              <a:lnSpc>
                <a:spcPct val="101900"/>
              </a:lnSpc>
              <a:buNone/>
            </a:pPr>
            <a:r>
              <a:rPr lang="ko-KR" altLang="en-US" sz="1500" dirty="0">
                <a:solidFill>
                  <a:schemeClr val="accent5"/>
                </a:solidFill>
                <a:latin typeface="Paperlogy 4 Regular" pitchFamily="34" charset="0"/>
                <a:ea typeface="Paperlogy 4 Regular" pitchFamily="34" charset="-127"/>
                <a:cs typeface="Paperlogy 4 Regular" pitchFamily="34" charset="-120"/>
              </a:rPr>
              <a:t>교통통제 · 긴급차량 진입로 확보</a:t>
            </a:r>
            <a:endParaRPr lang="ko-KR" sz="1500" dirty="0"/>
          </a:p>
        </p:txBody>
      </p:sp>
      <p:sp>
        <p:nvSpPr>
          <p:cNvPr id="26" name="Shape 22"/>
          <p:cNvSpPr/>
          <p:nvPr/>
        </p:nvSpPr>
        <p:spPr>
          <a:xfrm>
            <a:off x="685800" y="2857500"/>
            <a:ext cx="3810000" cy="1066800"/>
          </a:xfrm>
          <a:prstGeom prst="roundRect">
            <a:avLst>
              <a:gd name="adj" fmla="val 14286"/>
            </a:avLst>
          </a:prstGeom>
          <a:solidFill>
            <a:schemeClr val="bg1"/>
          </a:solidFill>
          <a:ln w="14288">
            <a:solidFill>
              <a:schemeClr val="accent6"/>
            </a:solidFill>
            <a:prstDash val="solid"/>
          </a:ln>
        </p:spPr>
      </p:sp>
      <p:sp>
        <p:nvSpPr>
          <p:cNvPr id="27" name="Shape 23"/>
          <p:cNvSpPr/>
          <p:nvPr/>
        </p:nvSpPr>
        <p:spPr>
          <a:xfrm>
            <a:off x="876300" y="3124200"/>
            <a:ext cx="533400" cy="533400"/>
          </a:xfrm>
          <a:prstGeom prst="ellipse">
            <a:avLst/>
          </a:prstGeom>
          <a:solidFill>
            <a:schemeClr val="accent1">
              <a:alpha val="10000"/>
            </a:schemeClr>
          </a:solidFill>
          <a:ln/>
        </p:spPr>
      </p:sp>
      <p:pic>
        <p:nvPicPr>
          <p:cNvPr id="28" name="Image 2" descr="">    </p:cNvPr>
          <p:cNvPicPr>
            <a:picLocks noChangeAspect="1"/>
          </p:cNvPicPr>
          <p:nvPr/>
        </p:nvPicPr>
        <p:blipFill>
          <a:blip r:embed="rId3"/>
          <a:stretch>
            <a:fillRect/>
          </a:stretch>
        </p:blipFill>
        <p:spPr>
          <a:xfrm>
            <a:off x="1009650" y="3257550"/>
            <a:ext cx="266700" cy="266700"/>
          </a:xfrm>
          <a:prstGeom prst="rect">
            <a:avLst/>
          </a:prstGeom>
        </p:spPr>
      </p:pic>
      <p:sp>
        <p:nvSpPr>
          <p:cNvPr id="29" name="Text 24"/>
          <p:cNvSpPr txBox="1"/>
          <p:nvPr/>
        </p:nvSpPr>
        <p:spPr>
          <a:xfrm>
            <a:off x="1562100" y="3067050"/>
            <a:ext cx="2819400" cy="285750"/>
          </a:xfrm>
          <a:prstGeom prst="rect">
            <a:avLst/>
          </a:prstGeom>
          <a:noFill/>
          <a:ln/>
        </p:spPr>
        <p:txBody>
          <a:bodyPr wrap="square" lIns="0" tIns="0" rIns="0" bIns="0" rtlCol="0" anchor="ctr"/>
          <a:lstStyle/>
          <a:p>
            <a:pPr algn="l" indent="0" marL="0">
              <a:lnSpc>
                <a:spcPct val="101900"/>
              </a:lnSpc>
              <a:buNone/>
            </a:pPr>
            <a:r>
              <a:rPr lang="ko-KR" altLang="en-US" sz="1800" dirty="0">
                <a:solidFill>
                  <a:schemeClr val="tx1"/>
                </a:solidFill>
                <a:latin typeface="Paperlogy 7 Bold" pitchFamily="34" charset="0"/>
                <a:ea typeface="Paperlogy 7 Bold" pitchFamily="34" charset="-127"/>
                <a:cs typeface="Paperlogy 7 Bold" pitchFamily="34" charset="-120"/>
              </a:rPr>
              <a:t>소방</a:t>
            </a:r>
            <a:endParaRPr lang="ko-KR" sz="1800" dirty="0"/>
          </a:p>
        </p:txBody>
      </p:sp>
      <p:sp>
        <p:nvSpPr>
          <p:cNvPr id="30" name="Text 25"/>
          <p:cNvSpPr txBox="1"/>
          <p:nvPr/>
        </p:nvSpPr>
        <p:spPr>
          <a:xfrm>
            <a:off x="1562100" y="3371850"/>
            <a:ext cx="2819400" cy="285750"/>
          </a:xfrm>
          <a:prstGeom prst="rect">
            <a:avLst/>
          </a:prstGeom>
          <a:noFill/>
          <a:ln/>
        </p:spPr>
        <p:txBody>
          <a:bodyPr wrap="square" lIns="0" tIns="0" rIns="0" bIns="0" rtlCol="0" anchor="ctr"/>
          <a:lstStyle/>
          <a:p>
            <a:pPr algn="l" indent="0" marL="0">
              <a:lnSpc>
                <a:spcPct val="101900"/>
              </a:lnSpc>
              <a:buNone/>
            </a:pPr>
            <a:r>
              <a:rPr lang="ko-KR" altLang="en-US" sz="1500" dirty="0">
                <a:solidFill>
                  <a:schemeClr val="accent5"/>
                </a:solidFill>
                <a:latin typeface="Paperlogy 4 Regular" pitchFamily="34" charset="0"/>
                <a:ea typeface="Paperlogy 4 Regular" pitchFamily="34" charset="-127"/>
                <a:cs typeface="Paperlogy 4 Regular" pitchFamily="34" charset="-120"/>
              </a:rPr>
              <a:t>화재진압 · 인명구조 · 초기제독</a:t>
            </a:r>
            <a:endParaRPr lang="ko-KR" sz="1500" dirty="0"/>
          </a:p>
        </p:txBody>
      </p:sp>
      <p:sp>
        <p:nvSpPr>
          <p:cNvPr id="31" name="Shape 26"/>
          <p:cNvSpPr/>
          <p:nvPr/>
        </p:nvSpPr>
        <p:spPr>
          <a:xfrm>
            <a:off x="685800" y="4076700"/>
            <a:ext cx="3810000" cy="1066800"/>
          </a:xfrm>
          <a:prstGeom prst="roundRect">
            <a:avLst>
              <a:gd name="adj" fmla="val 14286"/>
            </a:avLst>
          </a:prstGeom>
          <a:solidFill>
            <a:schemeClr val="bg1"/>
          </a:solidFill>
          <a:ln w="14288">
            <a:solidFill>
              <a:schemeClr val="accent6"/>
            </a:solidFill>
            <a:prstDash val="solid"/>
          </a:ln>
        </p:spPr>
      </p:sp>
      <p:sp>
        <p:nvSpPr>
          <p:cNvPr id="32" name="Shape 27"/>
          <p:cNvSpPr/>
          <p:nvPr/>
        </p:nvSpPr>
        <p:spPr>
          <a:xfrm>
            <a:off x="876300" y="4343400"/>
            <a:ext cx="533400" cy="533400"/>
          </a:xfrm>
          <a:prstGeom prst="ellipse">
            <a:avLst/>
          </a:prstGeom>
          <a:solidFill>
            <a:schemeClr val="accent1">
              <a:alpha val="10000"/>
            </a:schemeClr>
          </a:solidFill>
          <a:ln/>
        </p:spPr>
      </p:sp>
      <p:pic>
        <p:nvPicPr>
          <p:cNvPr id="33" name="Image 3" descr="">    </p:cNvPr>
          <p:cNvPicPr>
            <a:picLocks noChangeAspect="1"/>
          </p:cNvPicPr>
          <p:nvPr/>
        </p:nvPicPr>
        <p:blipFill>
          <a:blip r:embed="rId4"/>
          <a:stretch>
            <a:fillRect/>
          </a:stretch>
        </p:blipFill>
        <p:spPr>
          <a:xfrm>
            <a:off x="1009650" y="4476750"/>
            <a:ext cx="266700" cy="266700"/>
          </a:xfrm>
          <a:prstGeom prst="rect">
            <a:avLst/>
          </a:prstGeom>
        </p:spPr>
      </p:pic>
      <p:sp>
        <p:nvSpPr>
          <p:cNvPr id="34" name="Text 28"/>
          <p:cNvSpPr txBox="1"/>
          <p:nvPr/>
        </p:nvSpPr>
        <p:spPr>
          <a:xfrm>
            <a:off x="1562100" y="4286250"/>
            <a:ext cx="2819400" cy="285750"/>
          </a:xfrm>
          <a:prstGeom prst="rect">
            <a:avLst/>
          </a:prstGeom>
          <a:noFill/>
          <a:ln/>
        </p:spPr>
        <p:txBody>
          <a:bodyPr wrap="square" lIns="0" tIns="0" rIns="0" bIns="0" rtlCol="0" anchor="ctr"/>
          <a:lstStyle/>
          <a:p>
            <a:pPr algn="l" indent="0" marL="0">
              <a:lnSpc>
                <a:spcPct val="101900"/>
              </a:lnSpc>
              <a:buNone/>
            </a:pPr>
            <a:r>
              <a:rPr lang="ko-KR" altLang="en-US" sz="1800" dirty="0">
                <a:solidFill>
                  <a:schemeClr val="tx1"/>
                </a:solidFill>
                <a:latin typeface="Paperlogy 7 Bold" pitchFamily="34" charset="0"/>
                <a:ea typeface="Paperlogy 7 Bold" pitchFamily="34" charset="-127"/>
                <a:cs typeface="Paperlogy 7 Bold" pitchFamily="34" charset="-120"/>
              </a:rPr>
              <a:t>서산화학재난합동방재센터</a:t>
            </a:r>
            <a:endParaRPr lang="ko-KR" sz="1800" dirty="0"/>
          </a:p>
        </p:txBody>
      </p:sp>
      <p:sp>
        <p:nvSpPr>
          <p:cNvPr id="35" name="Text 29"/>
          <p:cNvSpPr txBox="1"/>
          <p:nvPr/>
        </p:nvSpPr>
        <p:spPr>
          <a:xfrm>
            <a:off x="1562100" y="4591050"/>
            <a:ext cx="2819400" cy="285750"/>
          </a:xfrm>
          <a:prstGeom prst="rect">
            <a:avLst/>
          </a:prstGeom>
          <a:noFill/>
          <a:ln/>
        </p:spPr>
        <p:txBody>
          <a:bodyPr wrap="square" lIns="0" tIns="0" rIns="0" bIns="0" rtlCol="0" anchor="ctr"/>
          <a:lstStyle/>
          <a:p>
            <a:pPr algn="l" indent="0" marL="0">
              <a:lnSpc>
                <a:spcPct val="101900"/>
              </a:lnSpc>
              <a:buNone/>
            </a:pPr>
            <a:r>
              <a:rPr lang="ko-KR" altLang="en-US" sz="1500" dirty="0">
                <a:solidFill>
                  <a:schemeClr val="accent5"/>
                </a:solidFill>
                <a:latin typeface="Paperlogy 4 Regular" pitchFamily="34" charset="0"/>
                <a:ea typeface="Paperlogy 4 Regular" pitchFamily="34" charset="-127"/>
                <a:cs typeface="Paperlogy 4 Regular" pitchFamily="34" charset="-120"/>
              </a:rPr>
              <a:t>오염도 측정·분석 · 영향범위 판단</a:t>
            </a:r>
            <a:endParaRPr lang="ko-KR" sz="1500" dirty="0"/>
          </a:p>
        </p:txBody>
      </p:sp>
      <p:sp>
        <p:nvSpPr>
          <p:cNvPr id="36" name="Shape 30"/>
          <p:cNvSpPr/>
          <p:nvPr/>
        </p:nvSpPr>
        <p:spPr>
          <a:xfrm>
            <a:off x="7696200" y="1638300"/>
            <a:ext cx="3810000" cy="1066800"/>
          </a:xfrm>
          <a:prstGeom prst="roundRect">
            <a:avLst>
              <a:gd name="adj" fmla="val 14286"/>
            </a:avLst>
          </a:prstGeom>
          <a:solidFill>
            <a:schemeClr val="bg1"/>
          </a:solidFill>
          <a:ln w="14288">
            <a:solidFill>
              <a:schemeClr val="accent6"/>
            </a:solidFill>
            <a:prstDash val="solid"/>
          </a:ln>
        </p:spPr>
      </p:sp>
      <p:sp>
        <p:nvSpPr>
          <p:cNvPr id="37" name="Shape 31"/>
          <p:cNvSpPr/>
          <p:nvPr/>
        </p:nvSpPr>
        <p:spPr>
          <a:xfrm>
            <a:off x="7886700" y="1905000"/>
            <a:ext cx="533400" cy="533400"/>
          </a:xfrm>
          <a:prstGeom prst="ellipse">
            <a:avLst/>
          </a:prstGeom>
          <a:solidFill>
            <a:schemeClr val="accent1">
              <a:alpha val="10000"/>
            </a:schemeClr>
          </a:solidFill>
          <a:ln/>
        </p:spPr>
      </p:sp>
      <p:pic>
        <p:nvPicPr>
          <p:cNvPr id="38" name="Image 4" descr="">    </p:cNvPr>
          <p:cNvPicPr>
            <a:picLocks noChangeAspect="1"/>
          </p:cNvPicPr>
          <p:nvPr/>
        </p:nvPicPr>
        <p:blipFill>
          <a:blip r:embed="rId5"/>
          <a:stretch>
            <a:fillRect/>
          </a:stretch>
        </p:blipFill>
        <p:spPr>
          <a:xfrm>
            <a:off x="8020050" y="2038350"/>
            <a:ext cx="266700" cy="266700"/>
          </a:xfrm>
          <a:prstGeom prst="rect">
            <a:avLst/>
          </a:prstGeom>
        </p:spPr>
      </p:pic>
      <p:sp>
        <p:nvSpPr>
          <p:cNvPr id="39" name="Text 32"/>
          <p:cNvSpPr txBox="1"/>
          <p:nvPr/>
        </p:nvSpPr>
        <p:spPr>
          <a:xfrm>
            <a:off x="8572500" y="1847850"/>
            <a:ext cx="2819400" cy="285750"/>
          </a:xfrm>
          <a:prstGeom prst="rect">
            <a:avLst/>
          </a:prstGeom>
          <a:noFill/>
          <a:ln/>
        </p:spPr>
        <p:txBody>
          <a:bodyPr wrap="square" lIns="0" tIns="0" rIns="0" bIns="0" rtlCol="0" anchor="ctr"/>
          <a:lstStyle/>
          <a:p>
            <a:pPr algn="l" indent="0" marL="0">
              <a:lnSpc>
                <a:spcPct val="101900"/>
              </a:lnSpc>
              <a:buNone/>
            </a:pPr>
            <a:r>
              <a:rPr lang="ko-KR" altLang="en-US" sz="1800" dirty="0">
                <a:solidFill>
                  <a:schemeClr val="tx1"/>
                </a:solidFill>
                <a:latin typeface="Paperlogy 7 Bold" pitchFamily="34" charset="0"/>
                <a:ea typeface="Paperlogy 7 Bold" pitchFamily="34" charset="-127"/>
                <a:cs typeface="Paperlogy 7 Bold" pitchFamily="34" charset="-120"/>
              </a:rPr>
              <a:t>서산시</a:t>
            </a:r>
            <a:endParaRPr lang="ko-KR" sz="1800" dirty="0"/>
          </a:p>
        </p:txBody>
      </p:sp>
      <p:sp>
        <p:nvSpPr>
          <p:cNvPr id="40" name="Text 33"/>
          <p:cNvSpPr txBox="1"/>
          <p:nvPr/>
        </p:nvSpPr>
        <p:spPr>
          <a:xfrm>
            <a:off x="8572500" y="2152650"/>
            <a:ext cx="2819400" cy="285750"/>
          </a:xfrm>
          <a:prstGeom prst="rect">
            <a:avLst/>
          </a:prstGeom>
          <a:noFill/>
          <a:ln/>
        </p:spPr>
        <p:txBody>
          <a:bodyPr wrap="square" lIns="0" tIns="0" rIns="0" bIns="0" rtlCol="0" anchor="ctr"/>
          <a:lstStyle/>
          <a:p>
            <a:pPr algn="l" indent="0" marL="0">
              <a:lnSpc>
                <a:spcPct val="101900"/>
              </a:lnSpc>
              <a:buNone/>
            </a:pPr>
            <a:r>
              <a:rPr lang="ko-KR" altLang="en-US" sz="1500" dirty="0">
                <a:solidFill>
                  <a:schemeClr val="accent5"/>
                </a:solidFill>
                <a:latin typeface="Paperlogy 4 Regular" pitchFamily="34" charset="0"/>
                <a:ea typeface="Paperlogy 4 Regular" pitchFamily="34" charset="-127"/>
                <a:cs typeface="Paperlogy 4 Regular" pitchFamily="34" charset="-120"/>
              </a:rPr>
              <a:t>현장통합지원본부 운영</a:t>
            </a:r>
            <a:endParaRPr lang="ko-KR" sz="1500" dirty="0"/>
          </a:p>
        </p:txBody>
      </p:sp>
      <p:sp>
        <p:nvSpPr>
          <p:cNvPr id="41" name="Shape 34"/>
          <p:cNvSpPr/>
          <p:nvPr/>
        </p:nvSpPr>
        <p:spPr>
          <a:xfrm>
            <a:off x="7696200" y="2857500"/>
            <a:ext cx="3810000" cy="1066800"/>
          </a:xfrm>
          <a:prstGeom prst="roundRect">
            <a:avLst>
              <a:gd name="adj" fmla="val 14286"/>
            </a:avLst>
          </a:prstGeom>
          <a:solidFill>
            <a:schemeClr val="bg1"/>
          </a:solidFill>
          <a:ln w="14288">
            <a:solidFill>
              <a:schemeClr val="accent6"/>
            </a:solidFill>
            <a:prstDash val="solid"/>
          </a:ln>
        </p:spPr>
      </p:sp>
      <p:sp>
        <p:nvSpPr>
          <p:cNvPr id="42" name="Shape 35"/>
          <p:cNvSpPr/>
          <p:nvPr/>
        </p:nvSpPr>
        <p:spPr>
          <a:xfrm>
            <a:off x="7886700" y="3124200"/>
            <a:ext cx="533400" cy="533400"/>
          </a:xfrm>
          <a:prstGeom prst="ellipse">
            <a:avLst/>
          </a:prstGeom>
          <a:solidFill>
            <a:schemeClr val="accent1">
              <a:alpha val="10000"/>
            </a:schemeClr>
          </a:solidFill>
          <a:ln/>
        </p:spPr>
      </p:sp>
      <p:pic>
        <p:nvPicPr>
          <p:cNvPr id="43" name="Image 5" descr="">    </p:cNvPr>
          <p:cNvPicPr>
            <a:picLocks noChangeAspect="1"/>
          </p:cNvPicPr>
          <p:nvPr/>
        </p:nvPicPr>
        <p:blipFill>
          <a:blip r:embed="rId6"/>
          <a:stretch>
            <a:fillRect/>
          </a:stretch>
        </p:blipFill>
        <p:spPr>
          <a:xfrm>
            <a:off x="8020050" y="3257550"/>
            <a:ext cx="266700" cy="266700"/>
          </a:xfrm>
          <a:prstGeom prst="rect">
            <a:avLst/>
          </a:prstGeom>
        </p:spPr>
      </p:pic>
      <p:sp>
        <p:nvSpPr>
          <p:cNvPr id="44" name="Text 36"/>
          <p:cNvSpPr txBox="1"/>
          <p:nvPr/>
        </p:nvSpPr>
        <p:spPr>
          <a:xfrm>
            <a:off x="8572500" y="3067050"/>
            <a:ext cx="2819400" cy="285750"/>
          </a:xfrm>
          <a:prstGeom prst="rect">
            <a:avLst/>
          </a:prstGeom>
          <a:noFill/>
          <a:ln/>
        </p:spPr>
        <p:txBody>
          <a:bodyPr wrap="square" lIns="0" tIns="0" rIns="0" bIns="0" rtlCol="0" anchor="ctr"/>
          <a:lstStyle/>
          <a:p>
            <a:pPr algn="l" indent="0" marL="0">
              <a:lnSpc>
                <a:spcPct val="101900"/>
              </a:lnSpc>
              <a:buNone/>
            </a:pPr>
            <a:r>
              <a:rPr lang="ko-KR" altLang="en-US" sz="1800" dirty="0">
                <a:solidFill>
                  <a:schemeClr val="tx1"/>
                </a:solidFill>
                <a:latin typeface="Paperlogy 7 Bold" pitchFamily="34" charset="0"/>
                <a:ea typeface="Paperlogy 7 Bold" pitchFamily="34" charset="-127"/>
                <a:cs typeface="Paperlogy 7 Bold" pitchFamily="34" charset="-120"/>
              </a:rPr>
              <a:t>보건소</a:t>
            </a:r>
            <a:endParaRPr lang="ko-KR" sz="1800" dirty="0"/>
          </a:p>
        </p:txBody>
      </p:sp>
      <p:sp>
        <p:nvSpPr>
          <p:cNvPr id="45" name="Text 37"/>
          <p:cNvSpPr txBox="1"/>
          <p:nvPr/>
        </p:nvSpPr>
        <p:spPr>
          <a:xfrm>
            <a:off x="8572500" y="3371850"/>
            <a:ext cx="2819400" cy="285750"/>
          </a:xfrm>
          <a:prstGeom prst="rect">
            <a:avLst/>
          </a:prstGeom>
          <a:noFill/>
          <a:ln/>
        </p:spPr>
        <p:txBody>
          <a:bodyPr wrap="square" lIns="0" tIns="0" rIns="0" bIns="0" rtlCol="0" anchor="ctr"/>
          <a:lstStyle/>
          <a:p>
            <a:pPr algn="l" indent="0" marL="0">
              <a:lnSpc>
                <a:spcPct val="101900"/>
              </a:lnSpc>
              <a:buNone/>
            </a:pPr>
            <a:r>
              <a:rPr lang="ko-KR" altLang="en-US" sz="1500" dirty="0">
                <a:solidFill>
                  <a:schemeClr val="accent5"/>
                </a:solidFill>
                <a:latin typeface="Paperlogy 4 Regular" pitchFamily="34" charset="0"/>
                <a:ea typeface="Paperlogy 4 Regular" pitchFamily="34" charset="-127"/>
                <a:cs typeface="Paperlogy 4 Regular" pitchFamily="34" charset="-120"/>
              </a:rPr>
              <a:t>현장응급의료소 운영</a:t>
            </a:r>
            <a:endParaRPr lang="ko-KR" sz="1500" dirty="0"/>
          </a:p>
        </p:txBody>
      </p:sp>
      <p:sp>
        <p:nvSpPr>
          <p:cNvPr id="46" name="Shape 38"/>
          <p:cNvSpPr/>
          <p:nvPr/>
        </p:nvSpPr>
        <p:spPr>
          <a:xfrm>
            <a:off x="7696200" y="4076700"/>
            <a:ext cx="3810000" cy="1066800"/>
          </a:xfrm>
          <a:prstGeom prst="roundRect">
            <a:avLst>
              <a:gd name="adj" fmla="val 14286"/>
            </a:avLst>
          </a:prstGeom>
          <a:solidFill>
            <a:schemeClr val="bg1"/>
          </a:solidFill>
          <a:ln w="14288">
            <a:solidFill>
              <a:schemeClr val="accent6"/>
            </a:solidFill>
            <a:prstDash val="solid"/>
          </a:ln>
        </p:spPr>
      </p:sp>
      <p:sp>
        <p:nvSpPr>
          <p:cNvPr id="47" name="Shape 39"/>
          <p:cNvSpPr/>
          <p:nvPr/>
        </p:nvSpPr>
        <p:spPr>
          <a:xfrm>
            <a:off x="7886700" y="4343400"/>
            <a:ext cx="533400" cy="533400"/>
          </a:xfrm>
          <a:prstGeom prst="ellipse">
            <a:avLst/>
          </a:prstGeom>
          <a:solidFill>
            <a:schemeClr val="accent1">
              <a:alpha val="10000"/>
            </a:schemeClr>
          </a:solidFill>
          <a:ln/>
        </p:spPr>
      </p:sp>
      <p:pic>
        <p:nvPicPr>
          <p:cNvPr id="48" name="Image 6" descr="">    </p:cNvPr>
          <p:cNvPicPr>
            <a:picLocks noChangeAspect="1"/>
          </p:cNvPicPr>
          <p:nvPr/>
        </p:nvPicPr>
        <p:blipFill>
          <a:blip r:embed="rId7"/>
          <a:stretch>
            <a:fillRect/>
          </a:stretch>
        </p:blipFill>
        <p:spPr>
          <a:xfrm>
            <a:off x="8020050" y="4476750"/>
            <a:ext cx="266700" cy="266700"/>
          </a:xfrm>
          <a:prstGeom prst="rect">
            <a:avLst/>
          </a:prstGeom>
        </p:spPr>
      </p:pic>
      <p:sp>
        <p:nvSpPr>
          <p:cNvPr id="49" name="Text 40"/>
          <p:cNvSpPr txBox="1"/>
          <p:nvPr/>
        </p:nvSpPr>
        <p:spPr>
          <a:xfrm>
            <a:off x="8572500" y="4286250"/>
            <a:ext cx="2819400" cy="285750"/>
          </a:xfrm>
          <a:prstGeom prst="rect">
            <a:avLst/>
          </a:prstGeom>
          <a:noFill/>
          <a:ln/>
        </p:spPr>
        <p:txBody>
          <a:bodyPr wrap="square" lIns="0" tIns="0" rIns="0" bIns="0" rtlCol="0" anchor="ctr"/>
          <a:lstStyle/>
          <a:p>
            <a:pPr algn="l" indent="0" marL="0">
              <a:lnSpc>
                <a:spcPct val="101900"/>
              </a:lnSpc>
              <a:buNone/>
            </a:pPr>
            <a:r>
              <a:rPr lang="ko-KR" altLang="en-US" sz="1800" dirty="0">
                <a:solidFill>
                  <a:schemeClr val="tx1"/>
                </a:solidFill>
                <a:latin typeface="Paperlogy 7 Bold" pitchFamily="34" charset="0"/>
                <a:ea typeface="Paperlogy 7 Bold" pitchFamily="34" charset="-127"/>
                <a:cs typeface="Paperlogy 7 Bold" pitchFamily="34" charset="-120"/>
              </a:rPr>
              <a:t>공군 제20전투비행단</a:t>
            </a:r>
            <a:endParaRPr lang="ko-KR" sz="1800" dirty="0"/>
          </a:p>
        </p:txBody>
      </p:sp>
      <p:sp>
        <p:nvSpPr>
          <p:cNvPr id="50" name="Text 41"/>
          <p:cNvSpPr txBox="1"/>
          <p:nvPr/>
        </p:nvSpPr>
        <p:spPr>
          <a:xfrm>
            <a:off x="8572500" y="4591050"/>
            <a:ext cx="2819400" cy="285750"/>
          </a:xfrm>
          <a:prstGeom prst="rect">
            <a:avLst/>
          </a:prstGeom>
          <a:noFill/>
          <a:ln/>
        </p:spPr>
        <p:txBody>
          <a:bodyPr wrap="square" lIns="0" tIns="0" rIns="0" bIns="0" rtlCol="0" anchor="ctr"/>
          <a:lstStyle/>
          <a:p>
            <a:pPr algn="l" indent="0" marL="0">
              <a:lnSpc>
                <a:spcPct val="101900"/>
              </a:lnSpc>
              <a:buNone/>
            </a:pPr>
            <a:r>
              <a:rPr lang="ko-KR" altLang="en-US" sz="1500" dirty="0">
                <a:solidFill>
                  <a:schemeClr val="accent5"/>
                </a:solidFill>
                <a:latin typeface="Paperlogy 4 Regular" pitchFamily="34" charset="0"/>
                <a:ea typeface="Paperlogy 4 Regular" pitchFamily="34" charset="-127"/>
                <a:cs typeface="Paperlogy 4 Regular" pitchFamily="34" charset="-120"/>
              </a:rPr>
              <a:t>제독차량 투입</a:t>
            </a:r>
            <a:endParaRPr lang="ko-KR" sz="1500" dirty="0"/>
          </a:p>
        </p:txBody>
      </p:sp>
      <p:sp>
        <p:nvSpPr>
          <p:cNvPr id="51" name="Text 42"/>
          <p:cNvSpPr txBox="1"/>
          <p:nvPr/>
        </p:nvSpPr>
        <p:spPr>
          <a:xfrm>
            <a:off x="685800" y="5410200"/>
            <a:ext cx="10820400" cy="323850"/>
          </a:xfrm>
          <a:prstGeom prst="rect">
            <a:avLst/>
          </a:prstGeom>
          <a:noFill/>
          <a:ln/>
        </p:spPr>
        <p:txBody>
          <a:bodyPr wrap="square" lIns="0" tIns="0" rIns="0" bIns="0" rtlCol="0" anchor="ctr"/>
          <a:lstStyle/>
          <a:p>
            <a:pPr algn="ctr" indent="0" marL="0">
              <a:lnSpc>
                <a:spcPct val="101900"/>
              </a:lnSpc>
              <a:buNone/>
            </a:pPr>
            <a:r>
              <a:rPr lang="ko-KR" altLang="en-US" sz="2000" dirty="0">
                <a:solidFill>
                  <a:schemeClr val="tx2"/>
                </a:solidFill>
                <a:latin typeface="Paperlogy 8 ExtraBold" pitchFamily="34" charset="0"/>
                <a:ea typeface="Paperlogy 8 ExtraBold" pitchFamily="34" charset="-127"/>
                <a:cs typeface="Paperlogy 8 ExtraBold" pitchFamily="34" charset="-120"/>
              </a:rPr>
              <a:t>상황에 따른 연계 및 병행(Concurrent) 대응</a:t>
            </a:r>
            <a:endParaRPr lang="ko-KR" sz="2000" dirty="0"/>
          </a:p>
        </p:txBody>
      </p:sp>
      <p:sp>
        <p:nvSpPr>
          <p:cNvPr id="52" name="Text 43"/>
          <p:cNvSpPr txBox="1"/>
          <p:nvPr/>
        </p:nvSpPr>
        <p:spPr>
          <a:xfrm>
            <a:off x="685800" y="5753100"/>
            <a:ext cx="10820400" cy="266700"/>
          </a:xfrm>
          <a:prstGeom prst="rect">
            <a:avLst/>
          </a:prstGeom>
          <a:noFill/>
          <a:ln/>
        </p:spPr>
        <p:txBody>
          <a:bodyPr wrap="square" lIns="0" tIns="0" rIns="0" bIns="0" rtlCol="0" anchor="ctr"/>
          <a:lstStyle/>
          <a:p>
            <a:pPr algn="ctr" indent="0" marL="0">
              <a:lnSpc>
                <a:spcPct val="101900"/>
              </a:lnSpc>
              <a:buNone/>
            </a:pPr>
            <a:r>
              <a:rPr lang="ko-KR" altLang="en-US" sz="1500" dirty="0">
                <a:solidFill>
                  <a:schemeClr val="accent5"/>
                </a:solidFill>
                <a:latin typeface="Paperlogy 4 Regular" pitchFamily="34" charset="0"/>
                <a:ea typeface="Paperlogy 4 Regular" pitchFamily="34" charset="-127"/>
                <a:cs typeface="Paperlogy 4 Regular" pitchFamily="34" charset="-120"/>
              </a:rPr>
              <a:t>단선적 조치가 아닌, 각 기관의 전문성이 현장에서 동시 다발적으로 맞물려 작동</a:t>
            </a:r>
            <a:endParaRPr lang="ko-KR" sz="1500" dirty="0"/>
          </a:p>
        </p:txBody>
      </p:sp>
      <p:sp>
        <p:nvSpPr>
          <p:cNvPr id="25" name="Slide Number Placeholder 0"/>
          <p:cNvSpPr>
            <a:spLocks noGrp="1"/>
          </p:cNvSpPr>
          <p:nvPr>
            <p:ph type="sldNum" sz="quarter" idx="4294967295"/>
          </p:nvPr>
        </p:nvSpPr>
        <p:spPr>
          <a:xfrm>
            <a:off x="10553700" y="6438900"/>
            <a:ext cx="952500" cy="1905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latin typeface="Paperlogy 6 SemiBold"/>
                <a:ea typeface="Paperlogy 6 SemiBold"/>
                <a:cs typeface="Paperlogy 6 SemiBold"/>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685800" y="666750"/>
            <a:ext cx="10820400" cy="495300"/>
          </a:xfrm>
          <a:prstGeom prst="rect">
            <a:avLst/>
          </a:prstGeom>
          <a:noFill/>
          <a:ln/>
        </p:spPr>
        <p:txBody>
          <a:bodyPr wrap="square" lIns="0" tIns="0" rIns="0" bIns="0" rtlCol="0" anchor="t"/>
          <a:lstStyle/>
          <a:p>
            <a:pPr algn="l" indent="0" marL="0">
              <a:lnSpc>
                <a:spcPct val="101900"/>
              </a:lnSpc>
              <a:buNone/>
            </a:pPr>
            <a:r>
              <a:rPr lang="ko-KR" altLang="en-US" sz="3000" spc="-50" kern="0" dirty="0">
                <a:solidFill>
                  <a:schemeClr val="tx2"/>
                </a:solidFill>
                <a:latin typeface="Paperlogy 8 ExtraBold" pitchFamily="34" charset="0"/>
                <a:ea typeface="Paperlogy 8 ExtraBold" pitchFamily="34" charset="-127"/>
                <a:cs typeface="Paperlogy 8 ExtraBold" pitchFamily="34" charset="-120"/>
              </a:rPr>
              <a:t>수습복구 및 마무리</a:t>
            </a:r>
            <a:endParaRPr lang="en-US" sz="3000" dirty="0"/>
          </a:p>
        </p:txBody>
      </p:sp>
      <p:sp>
        <p:nvSpPr>
          <p:cNvPr id="3" name="Text 1"/>
          <p:cNvSpPr txBox="1"/>
          <p:nvPr/>
        </p:nvSpPr>
        <p:spPr>
          <a:xfrm>
            <a:off x="685800" y="419100"/>
            <a:ext cx="6096000" cy="209550"/>
          </a:xfrm>
          <a:prstGeom prst="rect">
            <a:avLst/>
          </a:prstGeom>
          <a:noFill/>
          <a:ln/>
        </p:spPr>
        <p:txBody>
          <a:bodyPr wrap="square" lIns="0" tIns="0" rIns="0" bIns="0" rtlCol="0" anchor="ctr"/>
          <a:lstStyle/>
          <a:p>
            <a:pPr algn="l" indent="0" marL="0">
              <a:lnSpc>
                <a:spcPct val="101900"/>
              </a:lnSpc>
              <a:buNone/>
            </a:pPr>
            <a:r>
              <a:rPr lang="ko-KR" altLang="en-US" sz="1200" dirty="0">
                <a:solidFill>
                  <a:schemeClr val="accent2"/>
                </a:solidFill>
                <a:latin typeface="Paperlogy 8 ExtraBold" pitchFamily="34" charset="0"/>
                <a:ea typeface="Paperlogy 8 ExtraBold" pitchFamily="34" charset="-127"/>
                <a:cs typeface="Paperlogy 8 ExtraBold" pitchFamily="34" charset="-120"/>
              </a:rPr>
              <a:t>06</a:t>
            </a:r>
            <a:pPr algn="l" indent="0" marL="0">
              <a:lnSpc>
                <a:spcPct val="101900"/>
              </a:lnSpc>
              <a:buNone/>
            </a:pPr>
            <a:r>
              <a:rPr lang="ko-KR" altLang="en-US" sz="1200" dirty="0">
                <a:solidFill>
                  <a:schemeClr val="accent5"/>
                </a:solidFill>
                <a:latin typeface="Paperlogy 6 SemiBold" pitchFamily="34" charset="0"/>
                <a:ea typeface="Paperlogy 6 SemiBold" pitchFamily="34" charset="-127"/>
                <a:cs typeface="Paperlogy 6 SemiBold" pitchFamily="34" charset="-120"/>
              </a:rPr>
              <a:t>   상황전파 및 기관별 대응체계</a:t>
            </a:r>
            <a:endParaRPr lang="ko-KR" sz="1200" dirty="0"/>
          </a:p>
        </p:txBody>
      </p:sp>
      <p:sp>
        <p:nvSpPr>
          <p:cNvPr id="4" name="Text 2"/>
          <p:cNvSpPr txBox="1"/>
          <p:nvPr/>
        </p:nvSpPr>
        <p:spPr>
          <a:xfrm>
            <a:off x="685800" y="1447800"/>
            <a:ext cx="5715000" cy="266700"/>
          </a:xfrm>
          <a:prstGeom prst="rect">
            <a:avLst/>
          </a:prstGeom>
          <a:noFill/>
          <a:ln/>
        </p:spPr>
        <p:txBody>
          <a:bodyPr wrap="square" lIns="0" tIns="0" rIns="0" bIns="0" rtlCol="0" anchor="ctr"/>
          <a:lstStyle/>
          <a:p>
            <a:pPr algn="l" indent="0" marL="0">
              <a:lnSpc>
                <a:spcPct val="101900"/>
              </a:lnSpc>
              <a:buNone/>
            </a:pPr>
            <a:r>
              <a:rPr lang="ko-KR" altLang="en-US" sz="1800" dirty="0">
                <a:solidFill>
                  <a:schemeClr val="tx1"/>
                </a:solidFill>
                <a:latin typeface="Paperlogy 7 Bold" pitchFamily="34" charset="0"/>
                <a:ea typeface="Paperlogy 7 Bold" pitchFamily="34" charset="-127"/>
                <a:cs typeface="Paperlogy 7 Bold" pitchFamily="34" charset="-120"/>
              </a:rPr>
              <a:t>수습복구 절차</a:t>
            </a:r>
            <a:pPr algn="l" indent="0" marL="0">
              <a:lnSpc>
                <a:spcPct val="101900"/>
              </a:lnSpc>
              <a:buNone/>
            </a:pPr>
            <a:r>
              <a:rPr lang="ko-KR" altLang="en-US" sz="1400" dirty="0">
                <a:solidFill>
                  <a:schemeClr val="accent5"/>
                </a:solidFill>
                <a:latin typeface="Paperlogy 5 Medium" pitchFamily="34" charset="0"/>
                <a:ea typeface="Paperlogy 5 Medium" pitchFamily="34" charset="-127"/>
                <a:cs typeface="Paperlogy 5 Medium" pitchFamily="34" charset="-120"/>
              </a:rPr>
              <a:t>   예산국토 주관 · 관계기관 협의</a:t>
            </a:r>
            <a:endParaRPr lang="ko-KR" sz="1800" dirty="0"/>
          </a:p>
        </p:txBody>
      </p:sp>
      <p:sp>
        <p:nvSpPr>
          <p:cNvPr id="5" name="Shape 3"/>
          <p:cNvSpPr/>
          <p:nvPr/>
        </p:nvSpPr>
        <p:spPr>
          <a:xfrm>
            <a:off x="685800" y="1828800"/>
            <a:ext cx="3352800" cy="2400300"/>
          </a:xfrm>
          <a:prstGeom prst="roundRect">
            <a:avLst>
              <a:gd name="adj" fmla="val 7143"/>
            </a:avLst>
          </a:prstGeom>
          <a:solidFill>
            <a:schemeClr val="bg1"/>
          </a:solidFill>
          <a:ln w="14288">
            <a:solidFill>
              <a:schemeClr val="accent6"/>
            </a:solidFill>
            <a:prstDash val="solid"/>
          </a:ln>
        </p:spPr>
      </p:sp>
      <p:sp>
        <p:nvSpPr>
          <p:cNvPr id="6" name="Text 4"/>
          <p:cNvSpPr txBox="1"/>
          <p:nvPr/>
        </p:nvSpPr>
        <p:spPr>
          <a:xfrm>
            <a:off x="952500" y="2019300"/>
            <a:ext cx="1143000" cy="609600"/>
          </a:xfrm>
          <a:prstGeom prst="rect">
            <a:avLst/>
          </a:prstGeom>
          <a:noFill/>
          <a:ln/>
        </p:spPr>
        <p:txBody>
          <a:bodyPr wrap="square" lIns="0" tIns="0" rIns="0" bIns="0" rtlCol="0" anchor="ctr"/>
          <a:lstStyle/>
          <a:p>
            <a:pPr algn="l" indent="0" marL="0">
              <a:lnSpc>
                <a:spcPct val="101900"/>
              </a:lnSpc>
              <a:buNone/>
            </a:pPr>
            <a:r>
              <a:rPr lang="ko-KR" altLang="en-US" sz="4000" spc="-50" kern="0" dirty="0">
                <a:solidFill>
                  <a:schemeClr val="accent1"/>
                </a:solidFill>
                <a:latin typeface="Paperlogy 8 ExtraBold" pitchFamily="34" charset="0"/>
                <a:ea typeface="Paperlogy 8 ExtraBold" pitchFamily="34" charset="-127"/>
                <a:cs typeface="Paperlogy 8 ExtraBold" pitchFamily="34" charset="-120"/>
              </a:rPr>
              <a:t>01</a:t>
            </a:r>
            <a:endParaRPr lang="ko-KR" sz="4000" dirty="0"/>
          </a:p>
        </p:txBody>
      </p:sp>
      <p:sp>
        <p:nvSpPr>
          <p:cNvPr id="7" name="Shape 5"/>
          <p:cNvSpPr/>
          <p:nvPr/>
        </p:nvSpPr>
        <p:spPr>
          <a:xfrm>
            <a:off x="3200400" y="2038350"/>
            <a:ext cx="571500" cy="571500"/>
          </a:xfrm>
          <a:prstGeom prst="ellipse">
            <a:avLst/>
          </a:prstGeom>
          <a:solidFill>
            <a:schemeClr val="accent1">
              <a:alpha val="10000"/>
            </a:schemeClr>
          </a:solidFill>
          <a:ln/>
        </p:spPr>
      </p:sp>
      <p:pic>
        <p:nvPicPr>
          <p:cNvPr id="8" name="Image 0" descr="">    </p:cNvPr>
          <p:cNvPicPr>
            <a:picLocks noChangeAspect="1"/>
          </p:cNvPicPr>
          <p:nvPr/>
        </p:nvPicPr>
        <p:blipFill>
          <a:blip r:embed="rId1"/>
          <a:stretch>
            <a:fillRect/>
          </a:stretch>
        </p:blipFill>
        <p:spPr>
          <a:xfrm>
            <a:off x="3343275" y="2181225"/>
            <a:ext cx="285750" cy="285750"/>
          </a:xfrm>
          <a:prstGeom prst="rect">
            <a:avLst/>
          </a:prstGeom>
        </p:spPr>
      </p:pic>
      <p:sp>
        <p:nvSpPr>
          <p:cNvPr id="9" name="Text 6"/>
          <p:cNvSpPr txBox="1"/>
          <p:nvPr/>
        </p:nvSpPr>
        <p:spPr>
          <a:xfrm>
            <a:off x="952500" y="3181350"/>
            <a:ext cx="2857500" cy="800100"/>
          </a:xfrm>
          <a:prstGeom prst="rect">
            <a:avLst/>
          </a:prstGeom>
          <a:noFill/>
          <a:ln/>
        </p:spPr>
        <p:txBody>
          <a:bodyPr wrap="square" lIns="0" tIns="0" rIns="0" bIns="0" rtlCol="0" anchor="b"/>
          <a:lstStyle/>
          <a:p>
            <a:pPr algn="l" indent="0" marL="0">
              <a:lnSpc>
                <a:spcPct val="114600"/>
              </a:lnSpc>
              <a:buNone/>
            </a:pPr>
            <a:r>
              <a:rPr lang="ko-KR" altLang="en-US" sz="2200" dirty="0">
                <a:solidFill>
                  <a:schemeClr val="tx1"/>
                </a:solidFill>
                <a:latin typeface="Paperlogy 7 Bold" pitchFamily="34" charset="0"/>
                <a:ea typeface="Paperlogy 7 Bold" pitchFamily="34" charset="-127"/>
                <a:cs typeface="Paperlogy 7 Bold" pitchFamily="34" charset="-120"/>
              </a:rPr>
              <a:t>사고차량 견인 및</a:t>
            </a:r>
            <a:endParaRPr lang="ko-KR" sz="2200" dirty="0"/>
          </a:p>
          <a:p>
            <a:pPr algn="l" indent="0" marL="0">
              <a:lnSpc>
                <a:spcPct val="114600"/>
              </a:lnSpc>
              <a:buNone/>
            </a:pPr>
            <a:r>
              <a:rPr lang="ko-KR" altLang="en-US" sz="2200" dirty="0">
                <a:solidFill>
                  <a:schemeClr val="tx1"/>
                </a:solidFill>
                <a:latin typeface="Paperlogy 7 Bold" pitchFamily="34" charset="0"/>
                <a:ea typeface="Paperlogy 7 Bold" pitchFamily="34" charset="-127"/>
                <a:cs typeface="Paperlogy 7 Bold" pitchFamily="34" charset="-120"/>
              </a:rPr>
              <a:t>파손시설 복구</a:t>
            </a:r>
            <a:endParaRPr lang="ko-KR" sz="2200" dirty="0"/>
          </a:p>
        </p:txBody>
      </p:sp>
      <p:sp>
        <p:nvSpPr>
          <p:cNvPr id="10" name="Shape 7"/>
          <p:cNvSpPr/>
          <p:nvPr/>
        </p:nvSpPr>
        <p:spPr>
          <a:xfrm>
            <a:off x="4076700" y="2876550"/>
            <a:ext cx="304800" cy="304800"/>
          </a:xfrm>
          <a:prstGeom prst="ellipse">
            <a:avLst/>
          </a:prstGeom>
          <a:solidFill>
            <a:schemeClr val="bg1"/>
          </a:solidFill>
          <a:ln w="14288">
            <a:solidFill>
              <a:schemeClr val="accent6"/>
            </a:solidFill>
            <a:prstDash val="solid"/>
          </a:ln>
        </p:spPr>
      </p:sp>
      <p:pic>
        <p:nvPicPr>
          <p:cNvPr id="11" name="Image 1" descr="">    </p:cNvPr>
          <p:cNvPicPr>
            <a:picLocks noChangeAspect="1"/>
          </p:cNvPicPr>
          <p:nvPr/>
        </p:nvPicPr>
        <p:blipFill>
          <a:blip r:embed="rId2"/>
          <a:stretch>
            <a:fillRect/>
          </a:stretch>
        </p:blipFill>
        <p:spPr>
          <a:xfrm>
            <a:off x="4133850" y="2933700"/>
            <a:ext cx="190500" cy="190500"/>
          </a:xfrm>
          <a:prstGeom prst="rect">
            <a:avLst/>
          </a:prstGeom>
        </p:spPr>
      </p:pic>
      <p:sp>
        <p:nvSpPr>
          <p:cNvPr id="12" name="Shape 8"/>
          <p:cNvSpPr/>
          <p:nvPr/>
        </p:nvSpPr>
        <p:spPr>
          <a:xfrm>
            <a:off x="4419600" y="1828800"/>
            <a:ext cx="3352800" cy="2400300"/>
          </a:xfrm>
          <a:prstGeom prst="roundRect">
            <a:avLst>
              <a:gd name="adj" fmla="val 7143"/>
            </a:avLst>
          </a:prstGeom>
          <a:solidFill>
            <a:schemeClr val="bg1"/>
          </a:solidFill>
          <a:ln w="14288">
            <a:solidFill>
              <a:schemeClr val="accent6"/>
            </a:solidFill>
            <a:prstDash val="solid"/>
          </a:ln>
        </p:spPr>
      </p:sp>
      <p:sp>
        <p:nvSpPr>
          <p:cNvPr id="13" name="Text 9"/>
          <p:cNvSpPr txBox="1"/>
          <p:nvPr/>
        </p:nvSpPr>
        <p:spPr>
          <a:xfrm>
            <a:off x="4686300" y="2019300"/>
            <a:ext cx="1143000" cy="609600"/>
          </a:xfrm>
          <a:prstGeom prst="rect">
            <a:avLst/>
          </a:prstGeom>
          <a:noFill/>
          <a:ln/>
        </p:spPr>
        <p:txBody>
          <a:bodyPr wrap="square" lIns="0" tIns="0" rIns="0" bIns="0" rtlCol="0" anchor="ctr"/>
          <a:lstStyle/>
          <a:p>
            <a:pPr algn="l" indent="0" marL="0">
              <a:lnSpc>
                <a:spcPct val="101900"/>
              </a:lnSpc>
              <a:buNone/>
            </a:pPr>
            <a:r>
              <a:rPr lang="ko-KR" altLang="en-US" sz="4000" spc="-50" kern="0" dirty="0">
                <a:solidFill>
                  <a:schemeClr val="accent1"/>
                </a:solidFill>
                <a:latin typeface="Paperlogy 8 ExtraBold" pitchFamily="34" charset="0"/>
                <a:ea typeface="Paperlogy 8 ExtraBold" pitchFamily="34" charset="-127"/>
                <a:cs typeface="Paperlogy 8 ExtraBold" pitchFamily="34" charset="-120"/>
              </a:rPr>
              <a:t>02</a:t>
            </a:r>
            <a:endParaRPr lang="ko-KR" sz="4000" dirty="0"/>
          </a:p>
        </p:txBody>
      </p:sp>
      <p:sp>
        <p:nvSpPr>
          <p:cNvPr id="14" name="Shape 10"/>
          <p:cNvSpPr/>
          <p:nvPr/>
        </p:nvSpPr>
        <p:spPr>
          <a:xfrm>
            <a:off x="6934200" y="2038350"/>
            <a:ext cx="571500" cy="571500"/>
          </a:xfrm>
          <a:prstGeom prst="ellipse">
            <a:avLst/>
          </a:prstGeom>
          <a:solidFill>
            <a:schemeClr val="accent1">
              <a:alpha val="10000"/>
            </a:schemeClr>
          </a:solidFill>
          <a:ln/>
        </p:spPr>
      </p:sp>
      <p:pic>
        <p:nvPicPr>
          <p:cNvPr id="15" name="Image 2" descr="">    </p:cNvPr>
          <p:cNvPicPr>
            <a:picLocks noChangeAspect="1"/>
          </p:cNvPicPr>
          <p:nvPr/>
        </p:nvPicPr>
        <p:blipFill>
          <a:blip r:embed="rId3"/>
          <a:stretch>
            <a:fillRect/>
          </a:stretch>
        </p:blipFill>
        <p:spPr>
          <a:xfrm>
            <a:off x="7077075" y="2181225"/>
            <a:ext cx="285750" cy="285750"/>
          </a:xfrm>
          <a:prstGeom prst="rect">
            <a:avLst/>
          </a:prstGeom>
        </p:spPr>
      </p:pic>
      <p:sp>
        <p:nvSpPr>
          <p:cNvPr id="16" name="Text 11"/>
          <p:cNvSpPr txBox="1"/>
          <p:nvPr/>
        </p:nvSpPr>
        <p:spPr>
          <a:xfrm>
            <a:off x="4686300" y="3181350"/>
            <a:ext cx="2857500" cy="800100"/>
          </a:xfrm>
          <a:prstGeom prst="rect">
            <a:avLst/>
          </a:prstGeom>
          <a:noFill/>
          <a:ln/>
        </p:spPr>
        <p:txBody>
          <a:bodyPr wrap="square" lIns="0" tIns="0" rIns="0" bIns="0" rtlCol="0" anchor="b"/>
          <a:lstStyle/>
          <a:p>
            <a:pPr algn="l" indent="0" marL="0">
              <a:lnSpc>
                <a:spcPct val="114600"/>
              </a:lnSpc>
              <a:buNone/>
            </a:pPr>
            <a:r>
              <a:rPr lang="ko-KR" altLang="en-US" sz="2200" dirty="0">
                <a:solidFill>
                  <a:schemeClr val="tx1"/>
                </a:solidFill>
                <a:latin typeface="Paperlogy 7 Bold" pitchFamily="34" charset="0"/>
                <a:ea typeface="Paperlogy 7 Bold" pitchFamily="34" charset="-127"/>
                <a:cs typeface="Paperlogy 7 Bold" pitchFamily="34" charset="-120"/>
              </a:rPr>
              <a:t>터널 안전점검 및</a:t>
            </a:r>
            <a:endParaRPr lang="ko-KR" sz="2200" dirty="0"/>
          </a:p>
          <a:p>
            <a:pPr algn="l" indent="0" marL="0">
              <a:lnSpc>
                <a:spcPct val="114600"/>
              </a:lnSpc>
              <a:buNone/>
            </a:pPr>
            <a:r>
              <a:rPr lang="ko-KR" altLang="en-US" sz="2200" dirty="0">
                <a:solidFill>
                  <a:schemeClr val="tx1"/>
                </a:solidFill>
                <a:latin typeface="Paperlogy 7 Bold" pitchFamily="34" charset="0"/>
                <a:ea typeface="Paperlogy 7 Bold" pitchFamily="34" charset="-127"/>
                <a:cs typeface="Paperlogy 7 Bold" pitchFamily="34" charset="-120"/>
              </a:rPr>
              <a:t>안전 확인</a:t>
            </a:r>
            <a:endParaRPr lang="ko-KR" sz="2200" dirty="0"/>
          </a:p>
        </p:txBody>
      </p:sp>
      <p:sp>
        <p:nvSpPr>
          <p:cNvPr id="17" name="Shape 12"/>
          <p:cNvSpPr/>
          <p:nvPr/>
        </p:nvSpPr>
        <p:spPr>
          <a:xfrm>
            <a:off x="7810500" y="2876550"/>
            <a:ext cx="304800" cy="304800"/>
          </a:xfrm>
          <a:prstGeom prst="ellipse">
            <a:avLst/>
          </a:prstGeom>
          <a:solidFill>
            <a:schemeClr val="bg1"/>
          </a:solidFill>
          <a:ln w="14288">
            <a:solidFill>
              <a:schemeClr val="accent6"/>
            </a:solidFill>
            <a:prstDash val="solid"/>
          </a:ln>
        </p:spPr>
      </p:sp>
      <p:pic>
        <p:nvPicPr>
          <p:cNvPr id="18" name="Image 3" descr="">    </p:cNvPr>
          <p:cNvPicPr>
            <a:picLocks noChangeAspect="1"/>
          </p:cNvPicPr>
          <p:nvPr/>
        </p:nvPicPr>
        <p:blipFill>
          <a:blip r:embed="rId4"/>
          <a:stretch>
            <a:fillRect/>
          </a:stretch>
        </p:blipFill>
        <p:spPr>
          <a:xfrm>
            <a:off x="7867650" y="2933700"/>
            <a:ext cx="190500" cy="190500"/>
          </a:xfrm>
          <a:prstGeom prst="rect">
            <a:avLst/>
          </a:prstGeom>
        </p:spPr>
      </p:pic>
      <p:sp>
        <p:nvSpPr>
          <p:cNvPr id="19" name="Shape 13"/>
          <p:cNvSpPr/>
          <p:nvPr/>
        </p:nvSpPr>
        <p:spPr>
          <a:xfrm>
            <a:off x="8153400" y="1828800"/>
            <a:ext cx="3352800" cy="2400300"/>
          </a:xfrm>
          <a:prstGeom prst="roundRect">
            <a:avLst>
              <a:gd name="adj" fmla="val 7143"/>
            </a:avLst>
          </a:prstGeom>
          <a:solidFill>
            <a:schemeClr val="accent2">
              <a:alpha val="6000"/>
            </a:schemeClr>
          </a:solidFill>
          <a:ln w="23813">
            <a:solidFill>
              <a:schemeClr val="accent2"/>
            </a:solidFill>
            <a:prstDash val="solid"/>
          </a:ln>
        </p:spPr>
      </p:sp>
      <p:sp>
        <p:nvSpPr>
          <p:cNvPr id="20" name="Text 14"/>
          <p:cNvSpPr txBox="1"/>
          <p:nvPr/>
        </p:nvSpPr>
        <p:spPr>
          <a:xfrm>
            <a:off x="8420100" y="2019300"/>
            <a:ext cx="1143000" cy="609600"/>
          </a:xfrm>
          <a:prstGeom prst="rect">
            <a:avLst/>
          </a:prstGeom>
          <a:noFill/>
          <a:ln/>
        </p:spPr>
        <p:txBody>
          <a:bodyPr wrap="square" lIns="0" tIns="0" rIns="0" bIns="0" rtlCol="0" anchor="ctr"/>
          <a:lstStyle/>
          <a:p>
            <a:pPr algn="l" indent="0" marL="0">
              <a:lnSpc>
                <a:spcPct val="101900"/>
              </a:lnSpc>
              <a:buNone/>
            </a:pPr>
            <a:r>
              <a:rPr lang="ko-KR" altLang="en-US" sz="4000" spc="-50" kern="0" dirty="0">
                <a:solidFill>
                  <a:schemeClr val="accent2"/>
                </a:solidFill>
                <a:latin typeface="Paperlogy 8 ExtraBold" pitchFamily="34" charset="0"/>
                <a:ea typeface="Paperlogy 8 ExtraBold" pitchFamily="34" charset="-127"/>
                <a:cs typeface="Paperlogy 8 ExtraBold" pitchFamily="34" charset="-120"/>
              </a:rPr>
              <a:t>03</a:t>
            </a:r>
            <a:endParaRPr lang="ko-KR" sz="4000" dirty="0"/>
          </a:p>
        </p:txBody>
      </p:sp>
      <p:sp>
        <p:nvSpPr>
          <p:cNvPr id="21" name="Shape 15"/>
          <p:cNvSpPr/>
          <p:nvPr/>
        </p:nvSpPr>
        <p:spPr>
          <a:xfrm>
            <a:off x="10668000" y="2038350"/>
            <a:ext cx="571500" cy="571500"/>
          </a:xfrm>
          <a:prstGeom prst="ellipse">
            <a:avLst/>
          </a:prstGeom>
          <a:solidFill>
            <a:schemeClr val="accent2">
              <a:alpha val="10000"/>
            </a:schemeClr>
          </a:solidFill>
          <a:ln/>
        </p:spPr>
      </p:sp>
      <p:pic>
        <p:nvPicPr>
          <p:cNvPr id="22" name="Image 4" descr="">    </p:cNvPr>
          <p:cNvPicPr>
            <a:picLocks noChangeAspect="1"/>
          </p:cNvPicPr>
          <p:nvPr/>
        </p:nvPicPr>
        <p:blipFill>
          <a:blip r:embed="rId5"/>
          <a:stretch>
            <a:fillRect/>
          </a:stretch>
        </p:blipFill>
        <p:spPr>
          <a:xfrm>
            <a:off x="10810875" y="2181225"/>
            <a:ext cx="285750" cy="285750"/>
          </a:xfrm>
          <a:prstGeom prst="rect">
            <a:avLst/>
          </a:prstGeom>
        </p:spPr>
      </p:pic>
      <p:sp>
        <p:nvSpPr>
          <p:cNvPr id="23" name="Text 16"/>
          <p:cNvSpPr txBox="1"/>
          <p:nvPr/>
        </p:nvSpPr>
        <p:spPr>
          <a:xfrm>
            <a:off x="8420100" y="3181350"/>
            <a:ext cx="2857500" cy="800100"/>
          </a:xfrm>
          <a:prstGeom prst="rect">
            <a:avLst/>
          </a:prstGeom>
          <a:noFill/>
          <a:ln/>
        </p:spPr>
        <p:txBody>
          <a:bodyPr wrap="square" lIns="0" tIns="0" rIns="0" bIns="0" rtlCol="0" anchor="b"/>
          <a:lstStyle/>
          <a:p>
            <a:pPr algn="l" indent="0" marL="0">
              <a:lnSpc>
                <a:spcPct val="114600"/>
              </a:lnSpc>
              <a:buNone/>
            </a:pPr>
            <a:r>
              <a:rPr lang="ko-KR" altLang="en-US" sz="2200" dirty="0">
                <a:solidFill>
                  <a:schemeClr val="tx1"/>
                </a:solidFill>
                <a:latin typeface="Paperlogy 7 Bold" pitchFamily="34" charset="0"/>
                <a:ea typeface="Paperlogy 7 Bold" pitchFamily="34" charset="-127"/>
                <a:cs typeface="Paperlogy 7 Bold" pitchFamily="34" charset="-120"/>
              </a:rPr>
              <a:t>경찰 등 관계기관</a:t>
            </a:r>
            <a:endParaRPr lang="ko-KR" sz="2200" dirty="0"/>
          </a:p>
          <a:p>
            <a:pPr algn="l" indent="0" marL="0">
              <a:lnSpc>
                <a:spcPct val="114600"/>
              </a:lnSpc>
              <a:buNone/>
            </a:pPr>
            <a:r>
              <a:rPr lang="ko-KR" altLang="en-US" sz="2200" dirty="0">
                <a:solidFill>
                  <a:schemeClr val="tx1"/>
                </a:solidFill>
                <a:latin typeface="Paperlogy 7 Bold" pitchFamily="34" charset="0"/>
                <a:ea typeface="Paperlogy 7 Bold" pitchFamily="34" charset="-127"/>
                <a:cs typeface="Paperlogy 7 Bold" pitchFamily="34" charset="-120"/>
              </a:rPr>
              <a:t>협의 후 통행재개</a:t>
            </a:r>
            <a:endParaRPr lang="ko-KR" sz="2200" dirty="0"/>
          </a:p>
        </p:txBody>
      </p:sp>
      <p:sp>
        <p:nvSpPr>
          <p:cNvPr id="24" name="Shape 17"/>
          <p:cNvSpPr/>
          <p:nvPr/>
        </p:nvSpPr>
        <p:spPr>
          <a:xfrm>
            <a:off x="685800" y="4533900"/>
            <a:ext cx="10820400" cy="1295400"/>
          </a:xfrm>
          <a:prstGeom prst="roundRect">
            <a:avLst>
              <a:gd name="adj" fmla="val 13235"/>
            </a:avLst>
          </a:prstGeom>
          <a:solidFill>
            <a:schemeClr val="bg2"/>
          </a:solidFill>
          <a:ln/>
        </p:spPr>
      </p:sp>
      <p:sp>
        <p:nvSpPr>
          <p:cNvPr id="25" name="Shape 18"/>
          <p:cNvSpPr/>
          <p:nvPr/>
        </p:nvSpPr>
        <p:spPr>
          <a:xfrm>
            <a:off x="990600" y="4895850"/>
            <a:ext cx="571500" cy="571500"/>
          </a:xfrm>
          <a:prstGeom prst="ellipse">
            <a:avLst/>
          </a:prstGeom>
          <a:solidFill>
            <a:schemeClr val="tx2"/>
          </a:solidFill>
          <a:ln/>
        </p:spPr>
      </p:sp>
      <p:pic>
        <p:nvPicPr>
          <p:cNvPr id="26" name="Image 5" descr="">    </p:cNvPr>
          <p:cNvPicPr>
            <a:picLocks noChangeAspect="1"/>
          </p:cNvPicPr>
          <p:nvPr/>
        </p:nvPicPr>
        <p:blipFill>
          <a:blip r:embed="rId6"/>
          <a:stretch>
            <a:fillRect/>
          </a:stretch>
        </p:blipFill>
        <p:spPr>
          <a:xfrm>
            <a:off x="1133475" y="5038725"/>
            <a:ext cx="285750" cy="285750"/>
          </a:xfrm>
          <a:prstGeom prst="rect">
            <a:avLst/>
          </a:prstGeom>
        </p:spPr>
      </p:pic>
      <p:sp>
        <p:nvSpPr>
          <p:cNvPr id="27" name="Text 19"/>
          <p:cNvSpPr txBox="1"/>
          <p:nvPr/>
        </p:nvSpPr>
        <p:spPr>
          <a:xfrm>
            <a:off x="1790700" y="4800600"/>
            <a:ext cx="5715000" cy="247650"/>
          </a:xfrm>
          <a:prstGeom prst="rect">
            <a:avLst/>
          </a:prstGeom>
          <a:noFill/>
          <a:ln/>
        </p:spPr>
        <p:txBody>
          <a:bodyPr wrap="square" lIns="0" tIns="0" rIns="0" bIns="0" rtlCol="0" anchor="ctr"/>
          <a:lstStyle/>
          <a:p>
            <a:pPr algn="l" indent="0" marL="0">
              <a:lnSpc>
                <a:spcPct val="101900"/>
              </a:lnSpc>
              <a:buNone/>
            </a:pPr>
            <a:r>
              <a:rPr lang="ko-KR" altLang="en-US" sz="1400" dirty="0">
                <a:solidFill>
                  <a:schemeClr val="accent2"/>
                </a:solidFill>
                <a:latin typeface="Paperlogy 6 SemiBold" pitchFamily="34" charset="0"/>
                <a:ea typeface="Paperlogy 6 SemiBold" pitchFamily="34" charset="-127"/>
                <a:cs typeface="Paperlogy 6 SemiBold" pitchFamily="34" charset="-120"/>
              </a:rPr>
              <a:t>협조체계 현장 작동 확인</a:t>
            </a:r>
            <a:endParaRPr lang="ko-KR" sz="1400" dirty="0"/>
          </a:p>
        </p:txBody>
      </p:sp>
      <p:sp>
        <p:nvSpPr>
          <p:cNvPr id="28" name="Text 20"/>
          <p:cNvSpPr txBox="1"/>
          <p:nvPr/>
        </p:nvSpPr>
        <p:spPr>
          <a:xfrm>
            <a:off x="1790700" y="5067300"/>
            <a:ext cx="9334500" cy="419100"/>
          </a:xfrm>
          <a:prstGeom prst="rect">
            <a:avLst/>
          </a:prstGeom>
          <a:noFill/>
          <a:ln/>
        </p:spPr>
        <p:txBody>
          <a:bodyPr wrap="square" lIns="0" tIns="0" rIns="0" bIns="0" rtlCol="0" anchor="ctr"/>
          <a:lstStyle/>
          <a:p>
            <a:pPr algn="l" indent="0" marL="0">
              <a:lnSpc>
                <a:spcPct val="101900"/>
              </a:lnSpc>
              <a:buNone/>
            </a:pPr>
            <a:r>
              <a:rPr lang="ko-KR" altLang="en-US" sz="2000" dirty="0">
                <a:solidFill>
                  <a:schemeClr val="tx1"/>
                </a:solidFill>
                <a:latin typeface="Paperlogy 7 Bold" pitchFamily="34" charset="0"/>
                <a:ea typeface="Paperlogy 7 Bold" pitchFamily="34" charset="-127"/>
                <a:cs typeface="Paperlogy 7 Bold" pitchFamily="34" charset="-120"/>
              </a:rPr>
              <a:t>훈련에서 도출된 개선사항은 매뉴얼과 후속 조치에 반영</a:t>
            </a:r>
            <a:endParaRPr lang="ko-KR" sz="2000" dirty="0"/>
          </a:p>
        </p:txBody>
      </p:sp>
      <p:sp>
        <p:nvSpPr>
          <p:cNvPr id="25" name="Slide Number Placeholder 0"/>
          <p:cNvSpPr>
            <a:spLocks noGrp="1"/>
          </p:cNvSpPr>
          <p:nvPr>
            <p:ph type="sldNum" sz="quarter" idx="4294967295"/>
          </p:nvPr>
        </p:nvSpPr>
        <p:spPr>
          <a:xfrm>
            <a:off x="10553700" y="6438900"/>
            <a:ext cx="952500" cy="1905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latin typeface="Paperlogy 6 SemiBold"/>
                <a:ea typeface="Paperlogy 6 SemiBold"/>
                <a:cs typeface="Paperlogy 6 SemiBold"/>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85800" y="2571750"/>
            <a:ext cx="4953000" cy="914400"/>
          </a:xfrm>
          <a:prstGeom prst="rect">
            <a:avLst/>
          </a:prstGeom>
          <a:noFill/>
          <a:ln/>
        </p:spPr>
        <p:txBody>
          <a:bodyPr wrap="square" lIns="0" tIns="0" rIns="0" bIns="0" rtlCol="0" anchor="t"/>
          <a:lstStyle/>
          <a:p>
            <a:pPr algn="l" indent="0" marL="0">
              <a:lnSpc>
                <a:spcPct val="97600"/>
              </a:lnSpc>
              <a:buNone/>
            </a:pPr>
            <a:r>
              <a:rPr lang="ko-KR" altLang="en-US" sz="6000" spc="-100" kern="0" dirty="0">
                <a:solidFill>
                  <a:schemeClr val="bg1"/>
                </a:solidFill>
                <a:latin typeface="Paperlogy 9 Black" pitchFamily="34" charset="0"/>
                <a:ea typeface="Paperlogy 9 Black" pitchFamily="34" charset="-127"/>
                <a:cs typeface="Paperlogy 9 Black" pitchFamily="34" charset="-120"/>
              </a:rPr>
              <a:t>감사합니다</a:t>
            </a:r>
            <a:endParaRPr lang="en-US" sz="6000" dirty="0"/>
          </a:p>
        </p:txBody>
      </p:sp>
      <p:pic>
        <p:nvPicPr>
          <p:cNvPr id="3" name="Tunnel artwork" descr="">    </p:cNvPr>
          <p:cNvPicPr>
            <a:picLocks noChangeAspect="1"/>
          </p:cNvPicPr>
          <p:nvPr/>
        </p:nvPicPr>
        <p:blipFill>
          <a:blip r:embed="rId1"/>
          <a:stretch>
            <a:fillRect/>
          </a:stretch>
        </p:blipFill>
        <p:spPr>
          <a:xfrm>
            <a:off x="5334000" y="0"/>
            <a:ext cx="6858000" cy="6858000"/>
          </a:xfrm>
          <a:prstGeom prst="rect">
            <a:avLst/>
          </a:prstGeom>
        </p:spPr>
      </p:pic>
      <p:sp>
        <p:nvSpPr>
          <p:cNvPr id="4" name="Text 1"/>
          <p:cNvSpPr txBox="1"/>
          <p:nvPr/>
        </p:nvSpPr>
        <p:spPr>
          <a:xfrm>
            <a:off x="685800" y="2171700"/>
            <a:ext cx="4953000" cy="285750"/>
          </a:xfrm>
          <a:prstGeom prst="rect">
            <a:avLst/>
          </a:prstGeom>
          <a:noFill/>
          <a:ln/>
        </p:spPr>
        <p:txBody>
          <a:bodyPr wrap="square" lIns="0" tIns="0" rIns="0" bIns="0" rtlCol="0" anchor="ctr"/>
          <a:lstStyle/>
          <a:p>
            <a:pPr algn="l" indent="0" marL="0">
              <a:lnSpc>
                <a:spcPct val="101900"/>
              </a:lnSpc>
              <a:buNone/>
            </a:pPr>
            <a:r>
              <a:rPr lang="ko-KR" altLang="en-US" sz="1600" dirty="0">
                <a:solidFill>
                  <a:schemeClr val="accent3"/>
                </a:solidFill>
                <a:latin typeface="Paperlogy 6 SemiBold" pitchFamily="34" charset="0"/>
                <a:ea typeface="Paperlogy 6 SemiBold" pitchFamily="34" charset="-127"/>
                <a:cs typeface="Paperlogy 6 SemiBold" pitchFamily="34" charset="-120"/>
              </a:rPr>
              <a:t>현장에서 작동하는 협조체계</a:t>
            </a:r>
            <a:endParaRPr lang="ko-KR" sz="1600" dirty="0"/>
          </a:p>
        </p:txBody>
      </p:sp>
      <p:sp>
        <p:nvSpPr>
          <p:cNvPr id="5" name="Text 2"/>
          <p:cNvSpPr txBox="1"/>
          <p:nvPr/>
        </p:nvSpPr>
        <p:spPr>
          <a:xfrm>
            <a:off x="685800" y="3657600"/>
            <a:ext cx="4953000" cy="723900"/>
          </a:xfrm>
          <a:prstGeom prst="rect">
            <a:avLst/>
          </a:prstGeom>
          <a:noFill/>
          <a:ln/>
        </p:spPr>
        <p:txBody>
          <a:bodyPr wrap="square" lIns="0" tIns="0" rIns="0" bIns="0" rtlCol="0" anchor="t"/>
          <a:lstStyle/>
          <a:p>
            <a:pPr algn="l" indent="0" marL="0">
              <a:lnSpc>
                <a:spcPct val="127400"/>
              </a:lnSpc>
              <a:buNone/>
            </a:pPr>
            <a:r>
              <a:rPr lang="ko-KR" altLang="en-US" sz="1900" dirty="0">
                <a:solidFill>
                  <a:schemeClr val="accent4"/>
                </a:solidFill>
                <a:latin typeface="Paperlogy 5 Medium" pitchFamily="34" charset="0"/>
                <a:ea typeface="Paperlogy 5 Medium" pitchFamily="34" charset="-127"/>
                <a:cs typeface="Paperlogy 5 Medium" pitchFamily="34" charset="-120"/>
              </a:rPr>
              <a:t>훈련에 참여해주신 유관기관 및</a:t>
            </a:r>
            <a:endParaRPr lang="ko-KR" sz="1900" dirty="0"/>
          </a:p>
          <a:p>
            <a:pPr algn="l" indent="0" marL="0">
              <a:lnSpc>
                <a:spcPct val="127400"/>
              </a:lnSpc>
              <a:buNone/>
            </a:pPr>
            <a:r>
              <a:rPr lang="ko-KR" altLang="en-US" sz="1900" dirty="0">
                <a:solidFill>
                  <a:schemeClr val="accent4"/>
                </a:solidFill>
                <a:latin typeface="Paperlogy 5 Medium" pitchFamily="34" charset="0"/>
                <a:ea typeface="Paperlogy 5 Medium" pitchFamily="34" charset="-127"/>
                <a:cs typeface="Paperlogy 5 Medium" pitchFamily="34" charset="-120"/>
              </a:rPr>
              <a:t>관계자 여러분께 감사드립니다.</a:t>
            </a:r>
            <a:endParaRPr lang="ko-KR" sz="1900" dirty="0"/>
          </a:p>
        </p:txBody>
      </p:sp>
      <p:sp>
        <p:nvSpPr>
          <p:cNvPr id="6" name="Text 3"/>
          <p:cNvSpPr txBox="1"/>
          <p:nvPr/>
        </p:nvSpPr>
        <p:spPr>
          <a:xfrm>
            <a:off x="685800" y="5219700"/>
            <a:ext cx="4572000" cy="285750"/>
          </a:xfrm>
          <a:prstGeom prst="rect">
            <a:avLst/>
          </a:prstGeom>
          <a:noFill/>
          <a:ln/>
        </p:spPr>
        <p:txBody>
          <a:bodyPr wrap="square" lIns="0" tIns="0" rIns="0" bIns="0" rtlCol="0" anchor="ctr"/>
          <a:lstStyle/>
          <a:p>
            <a:pPr algn="l" indent="0" marL="0">
              <a:lnSpc>
                <a:spcPct val="101900"/>
              </a:lnSpc>
              <a:buNone/>
            </a:pPr>
            <a:r>
              <a:rPr lang="ko-KR" altLang="en-US" sz="1600" dirty="0">
                <a:solidFill>
                  <a:schemeClr val="accent3"/>
                </a:solidFill>
                <a:latin typeface="Paperlogy 7 Bold" pitchFamily="34" charset="0"/>
                <a:ea typeface="Paperlogy 7 Bold" pitchFamily="34" charset="-127"/>
                <a:cs typeface="Paperlogy 7 Bold" pitchFamily="34" charset="-120"/>
              </a:rPr>
              <a:t>2026 재난대응 안전한국훈련</a:t>
            </a:r>
            <a:endParaRPr lang="ko-KR" sz="1600" dirty="0"/>
          </a:p>
        </p:txBody>
      </p:sp>
      <p:sp>
        <p:nvSpPr>
          <p:cNvPr id="7" name="Text 4"/>
          <p:cNvSpPr txBox="1"/>
          <p:nvPr/>
        </p:nvSpPr>
        <p:spPr>
          <a:xfrm>
            <a:off x="685800" y="5581650"/>
            <a:ext cx="5715000" cy="266700"/>
          </a:xfrm>
          <a:prstGeom prst="rect">
            <a:avLst/>
          </a:prstGeom>
          <a:noFill/>
          <a:ln/>
        </p:spPr>
        <p:txBody>
          <a:bodyPr wrap="square" lIns="0" tIns="0" rIns="0" bIns="0" rtlCol="0" anchor="ctr"/>
          <a:lstStyle/>
          <a:p>
            <a:pPr algn="l" indent="0" marL="0">
              <a:lnSpc>
                <a:spcPct val="101900"/>
              </a:lnSpc>
              <a:buNone/>
            </a:pPr>
            <a:r>
              <a:rPr lang="ko-KR" altLang="en-US" sz="1600" dirty="0">
                <a:solidFill>
                  <a:schemeClr val="bg1"/>
                </a:solidFill>
                <a:latin typeface="Paperlogy 5 Medium" pitchFamily="34" charset="0"/>
                <a:ea typeface="Paperlogy 5 Medium" pitchFamily="34" charset="-127"/>
                <a:cs typeface="Paperlogy 5 Medium" pitchFamily="34" charset="-120"/>
              </a:rPr>
              <a:t>예산국토관리사무소  시설안전관리과</a:t>
            </a:r>
            <a:endParaRPr lang="ko-KR" sz="1600" dirty="0"/>
          </a:p>
        </p:txBody>
      </p:sp>
    </p:spTree>
  </p:cSld>
  <p:clrMapOvr>
    <a:masterClrMapping/>
  </p:clrMapOvr>
</p:sld>
</file>

<file path=ppt/theme/theme1.xml><?xml version="1.0" encoding="utf-8"?>
<a:theme xmlns:a="http://schemas.openxmlformats.org/drawingml/2006/main" name="Onseok Tunnel Briefing">
  <a:themeElements>
    <a:clrScheme name="Onseok Tunnel Briefing">
      <a:dk1>
        <a:srgbClr val="141C2E"/>
      </a:dk1>
      <a:lt1>
        <a:srgbClr val="FFFFFF"/>
      </a:lt1>
      <a:dk2>
        <a:srgbClr val="0D1F3C"/>
      </a:dk2>
      <a:lt2>
        <a:srgbClr val="EEF2F7"/>
      </a:lt2>
      <a:accent1>
        <a:srgbClr val="1E4B8F"/>
      </a:accent1>
      <a:accent2>
        <a:srgbClr val="D9480F"/>
      </a:accent2>
      <a:accent3>
        <a:srgbClr val="FFB02E"/>
      </a:accent3>
      <a:accent4>
        <a:srgbClr val="AFC2E3"/>
      </a:accent4>
      <a:accent5>
        <a:srgbClr val="5A6478"/>
      </a:accent5>
      <a:accent6>
        <a:srgbClr val="D5DDE8"/>
      </a:accent6>
      <a:hlink>
        <a:srgbClr val="1E4B8F"/>
      </a:hlink>
      <a:folHlink>
        <a:srgbClr val="5A6478"/>
      </a:folHlink>
    </a:clrScheme>
    <a:fontScheme name="Onseok Tunnel Briefing">
      <a:majorFont>
        <a:latin typeface="Paperlogy 8 ExtraBold"/>
        <a:ea typeface="Paperlogy 8 ExtraBold"/>
        <a:cs typeface=""/>
        <a:font script="Jpan" typeface="游ゴシック Light"/>
        <a:font script="Hang" typeface="Paperlogy 8 ExtraBold"/>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aperlogy 4 Regular"/>
        <a:ea typeface="Paperlogy 4 Regular"/>
        <a:cs typeface=""/>
        <a:font script="Jpan" typeface="游ゴシック"/>
        <a:font script="Hang" typeface="Paperlogy 4 Regular"/>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예산국토관리사무소</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온석터널 훈련개요 브리핑</dc:title>
  <dc:subject>2026 재난대응 안전한국훈련</dc:subject>
  <dc:creator>예산국토관리사무소 시설안전관리과</dc:creator>
  <cp:lastModifiedBy>예산국토관리사무소 시설안전관리과</cp:lastModifiedBy>
  <cp:revision>1</cp:revision>
  <dcterms:created xsi:type="dcterms:W3CDTF">2026-10-19T10:18:28Z</dcterms:created>
  <dcterms:modified xsi:type="dcterms:W3CDTF">2026-10-19T10:18:28Z</dcterms:modified>
</cp:coreProperties>
</file>
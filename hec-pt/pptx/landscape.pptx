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</p:sldIdLst>
  <p:notesMasterIdLst>
    <p:notesMasterId r:id="rId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notesMaster" Target="notesMasters/notesMaster1.xml"/><Relationship Id="rId6" Type="http://schemas.openxmlformats.org/officeDocument/2006/relationships/presProps" Target="presProps.xml"/><Relationship Id="rId7" Type="http://schemas.openxmlformats.org/officeDocument/2006/relationships/viewProps" Target="viewProps.xml"/><Relationship Id="rId8" Type="http://schemas.openxmlformats.org/officeDocument/2006/relationships/theme" Target="theme/theme1.xml"/><Relationship Id="rId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학부 시절 여러 팀 프로젝트를 수행하며 처음에는 각자 맡은 역할만 잘 수행하는 것이 협업이라고 생각했습니다.
그러나 프로젝트를 거듭하며 개인의 역할 수행만큼 팀이 같은 목표와 방향을 공유하는 것이 중요함을 깨달았습니다.
학생 BIM 경진대회에서 이를 실천했습니다.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‘우리’는 다양한 사람과 전문성의 연결, ‘기술’은 새로운 가치를 만들어 미래 사업으로 연결하는 원동력입니다.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제가 만들고 싶은 현장의 변화는 거창한 기술 혁신만을 의미하지 않습니다. 공정 간 간섭을 사전에 발견해 재작업을 줄이고, 반복 업무를 효율화해 현장 구성원들이 본연의 업무에 집중할 수 있도록 만드는 작은 개선부터 시작하겠습니다.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image" Target="../media/image-1-5.png"/><Relationship Id="rId6" Type="http://schemas.openxmlformats.org/officeDocument/2006/relationships/image" Target="../media/image-1-6.png"/><Relationship Id="rId7" Type="http://schemas.openxmlformats.org/officeDocument/2006/relationships/image" Target="../media/image-1-7.png"/><Relationship Id="rId8" Type="http://schemas.openxmlformats.org/officeDocument/2006/relationships/image" Target="../media/image-1-8.png"/><Relationship Id="rId9" Type="http://schemas.openxmlformats.org/officeDocument/2006/relationships/image" Target="../media/image-1-9.png"/><Relationship Id="rId10" Type="http://schemas.openxmlformats.org/officeDocument/2006/relationships/image" Target="../media/image-1-10.png"/><Relationship Id="rId11" Type="http://schemas.openxmlformats.org/officeDocument/2006/relationships/image" Target="../media/image-1-11.png"/><Relationship Id="rId12" Type="http://schemas.openxmlformats.org/officeDocument/2006/relationships/image" Target="../media/image-1-12.png"/><Relationship Id="rId13" Type="http://schemas.openxmlformats.org/officeDocument/2006/relationships/image" Target="../media/image-1-13.png"/><Relationship Id="rId14" Type="http://schemas.openxmlformats.org/officeDocument/2006/relationships/image" Target="../media/image-1-14.png"/><Relationship Id="rId15" Type="http://schemas.openxmlformats.org/officeDocument/2006/relationships/image" Target="../media/image-1-15.png"/><Relationship Id="rId16" Type="http://schemas.openxmlformats.org/officeDocument/2006/relationships/slideLayout" Target="../slideLayouts/slideLayout1.xml"/><Relationship Id="rId17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image" Target="../media/image-2-5.png"/><Relationship Id="rId6" Type="http://schemas.openxmlformats.org/officeDocument/2006/relationships/image" Target="../media/image-2-6.png"/><Relationship Id="rId7" Type="http://schemas.openxmlformats.org/officeDocument/2006/relationships/image" Target="../media/image-2-7.png"/><Relationship Id="rId8" Type="http://schemas.openxmlformats.org/officeDocument/2006/relationships/image" Target="../media/image-2-8.png"/><Relationship Id="rId9" Type="http://schemas.openxmlformats.org/officeDocument/2006/relationships/image" Target="../media/image-2-9.png"/><Relationship Id="rId10" Type="http://schemas.openxmlformats.org/officeDocument/2006/relationships/image" Target="../media/image-2-10.png"/><Relationship Id="rId11" Type="http://schemas.openxmlformats.org/officeDocument/2006/relationships/image" Target="../media/image-2-11.png"/><Relationship Id="rId12" Type="http://schemas.openxmlformats.org/officeDocument/2006/relationships/image" Target="../media/image-2-12.png"/><Relationship Id="rId13" Type="http://schemas.openxmlformats.org/officeDocument/2006/relationships/image" Target="../media/image-2-13.png"/><Relationship Id="rId14" Type="http://schemas.openxmlformats.org/officeDocument/2006/relationships/image" Target="../media/image-2-14.png"/><Relationship Id="rId15" Type="http://schemas.openxmlformats.org/officeDocument/2006/relationships/image" Target="../media/image-2-15.png"/><Relationship Id="rId16" Type="http://schemas.openxmlformats.org/officeDocument/2006/relationships/image" Target="../media/image-2-16.png"/><Relationship Id="rId17" Type="http://schemas.openxmlformats.org/officeDocument/2006/relationships/slideLayout" Target="../slideLayouts/slideLayout1.xml"/><Relationship Id="rId18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image" Target="../media/image-3-5.png"/><Relationship Id="rId6" Type="http://schemas.openxmlformats.org/officeDocument/2006/relationships/image" Target="../media/image-3-6.png"/><Relationship Id="rId7" Type="http://schemas.openxmlformats.org/officeDocument/2006/relationships/image" Target="../media/image-3-7.png"/><Relationship Id="rId8" Type="http://schemas.openxmlformats.org/officeDocument/2006/relationships/image" Target="../media/image-3-8.png"/><Relationship Id="rId9" Type="http://schemas.openxmlformats.org/officeDocument/2006/relationships/image" Target="../media/image-3-9.png"/><Relationship Id="rId10" Type="http://schemas.openxmlformats.org/officeDocument/2006/relationships/image" Target="../media/image-3-10.png"/><Relationship Id="rId11" Type="http://schemas.openxmlformats.org/officeDocument/2006/relationships/image" Target="../media/image-3-11.png"/><Relationship Id="rId12" Type="http://schemas.openxmlformats.org/officeDocument/2006/relationships/image" Target="../media/image-3-12.png"/><Relationship Id="rId13" Type="http://schemas.openxmlformats.org/officeDocument/2006/relationships/image" Target="../media/image-3-13.png"/><Relationship Id="rId14" Type="http://schemas.openxmlformats.org/officeDocument/2006/relationships/image" Target="../media/image-3-14.png"/><Relationship Id="rId15" Type="http://schemas.openxmlformats.org/officeDocument/2006/relationships/image" Target="../media/image-3-15.png"/><Relationship Id="rId16" Type="http://schemas.openxmlformats.org/officeDocument/2006/relationships/image" Target="../media/image-3-16.png"/><Relationship Id="rId17" Type="http://schemas.openxmlformats.org/officeDocument/2006/relationships/image" Target="../media/image-3-17.png"/><Relationship Id="rId18" Type="http://schemas.openxmlformats.org/officeDocument/2006/relationships/image" Target="../media/image-3-18.png"/><Relationship Id="rId19" Type="http://schemas.openxmlformats.org/officeDocument/2006/relationships/image" Target="../media/image-3-19.png"/><Relationship Id="rId20" Type="http://schemas.openxmlformats.org/officeDocument/2006/relationships/image" Target="../media/image-3-20.png"/><Relationship Id="rId21" Type="http://schemas.openxmlformats.org/officeDocument/2006/relationships/image" Target="../media/image-3-21.png"/><Relationship Id="rId22" Type="http://schemas.openxmlformats.org/officeDocument/2006/relationships/image" Target="../media/image-3-22.png"/><Relationship Id="rId23" Type="http://schemas.openxmlformats.org/officeDocument/2006/relationships/image" Target="../media/image-3-23.png"/><Relationship Id="rId24" Type="http://schemas.openxmlformats.org/officeDocument/2006/relationships/image" Target="../media/image-3-24.png"/><Relationship Id="rId25" Type="http://schemas.openxmlformats.org/officeDocument/2006/relationships/image" Target="../media/image-3-25.png"/><Relationship Id="rId26" Type="http://schemas.openxmlformats.org/officeDocument/2006/relationships/image" Target="../media/image-3-26.png"/><Relationship Id="rId27" Type="http://schemas.openxmlformats.org/officeDocument/2006/relationships/image" Target="../media/image-3-27.png"/><Relationship Id="rId28" Type="http://schemas.openxmlformats.org/officeDocument/2006/relationships/image" Target="../media/image-3-28.png"/><Relationship Id="rId29" Type="http://schemas.openxmlformats.org/officeDocument/2006/relationships/image" Target="../media/image-3-29.png"/><Relationship Id="rId30" Type="http://schemas.openxmlformats.org/officeDocument/2006/relationships/slideLayout" Target="../slideLayouts/slideLayout1.xml"/><Relationship Id="rId31" Type="http://schemas.openxmlformats.org/officeDocument/2006/relationships/notesSlide" Target="../notesSlides/notesSlide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i"/>
          <p:cNvSpPr/>
          <p:nvPr/>
        </p:nvSpPr>
        <p:spPr>
          <a:xfrm>
            <a:off x="609600" y="475853"/>
            <a:ext cx="63500" cy="63500"/>
          </a:xfrm>
          <a:prstGeom prst="ellipse">
            <a:avLst/>
          </a:prstGeom>
          <a:solidFill>
            <a:srgbClr val="00A94F"/>
          </a:solidFill>
          <a:ln/>
        </p:spPr>
      </p:sp>
      <p:sp>
        <p:nvSpPr>
          <p:cNvPr id="4" name="b"/>
          <p:cNvSpPr/>
          <p:nvPr/>
        </p:nvSpPr>
        <p:spPr>
          <a:xfrm>
            <a:off x="673100" y="501253"/>
            <a:ext cx="88900" cy="12700"/>
          </a:xfrm>
          <a:prstGeom prst="rect">
            <a:avLst/>
          </a:prstGeom>
          <a:solidFill>
            <a:srgbClr val="C3CEDD"/>
          </a:solidFill>
          <a:ln/>
        </p:spPr>
      </p:sp>
      <p:sp>
        <p:nvSpPr>
          <p:cNvPr id="5" name="i"/>
          <p:cNvSpPr/>
          <p:nvPr/>
        </p:nvSpPr>
        <p:spPr>
          <a:xfrm>
            <a:off x="762000" y="475853"/>
            <a:ext cx="63500" cy="63500"/>
          </a:xfrm>
          <a:prstGeom prst="ellipse">
            <a:avLst/>
          </a:prstGeom>
          <a:solidFill>
            <a:srgbClr val="004B8D"/>
          </a:solidFill>
          <a:ln/>
        </p:spPr>
      </p:sp>
      <p:sp>
        <p:nvSpPr>
          <p:cNvPr id="6" name="b"/>
          <p:cNvSpPr/>
          <p:nvPr/>
        </p:nvSpPr>
        <p:spPr>
          <a:xfrm>
            <a:off x="825500" y="501253"/>
            <a:ext cx="88900" cy="12700"/>
          </a:xfrm>
          <a:prstGeom prst="rect">
            <a:avLst/>
          </a:prstGeom>
          <a:solidFill>
            <a:srgbClr val="C3CEDD"/>
          </a:solidFill>
          <a:ln/>
        </p:spPr>
      </p:sp>
      <p:sp>
        <p:nvSpPr>
          <p:cNvPr id="7" name="i"/>
          <p:cNvSpPr/>
          <p:nvPr/>
        </p:nvSpPr>
        <p:spPr>
          <a:xfrm>
            <a:off x="914400" y="475853"/>
            <a:ext cx="63500" cy="63500"/>
          </a:xfrm>
          <a:prstGeom prst="ellipse">
            <a:avLst/>
          </a:prstGeom>
          <a:solidFill>
            <a:srgbClr val="FDBB30"/>
          </a:solidFill>
          <a:ln/>
        </p:spPr>
      </p:sp>
      <p:pic>
        <p:nvPicPr>
          <p:cNvPr id="8" name="img" descr="im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053935" y="415462"/>
            <a:ext cx="1526117" cy="268817"/>
          </a:xfrm>
          <a:prstGeom prst="rect">
            <a:avLst/>
          </a:prstGeom>
        </p:spPr>
      </p:pic>
      <p:pic>
        <p:nvPicPr>
          <p:cNvPr id="9" name="p1-band" descr="p1-ban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600" y="2203781"/>
            <a:ext cx="10972800" cy="6350"/>
          </a:xfrm>
          <a:prstGeom prst="rect">
            <a:avLst/>
          </a:prstGeom>
        </p:spPr>
      </p:pic>
      <p:sp>
        <p:nvSpPr>
          <p:cNvPr id="10" name="p1-vbar"/>
          <p:cNvSpPr/>
          <p:nvPr/>
        </p:nvSpPr>
        <p:spPr>
          <a:xfrm>
            <a:off x="1662311" y="1868289"/>
            <a:ext cx="6350" cy="228600"/>
          </a:xfrm>
          <a:prstGeom prst="roundRect">
            <a:avLst/>
          </a:prstGeom>
          <a:solidFill>
            <a:srgbClr val="D8E0EB"/>
          </a:solidFill>
          <a:ln/>
        </p:spPr>
      </p:sp>
      <p:sp>
        <p:nvSpPr>
          <p:cNvPr id="11" name="p1-ba before"/>
          <p:cNvSpPr/>
          <p:nvPr/>
        </p:nvSpPr>
        <p:spPr>
          <a:xfrm>
            <a:off x="1808361" y="1874639"/>
            <a:ext cx="679748" cy="215900"/>
          </a:xfrm>
          <a:prstGeom prst="roundRect">
            <a:avLst>
              <a:gd name="adj" fmla="val 50000"/>
            </a:avLst>
          </a:prstGeom>
          <a:solidFill>
            <a:srgbClr val="6A7487"/>
          </a:solidFill>
          <a:ln/>
        </p:spPr>
      </p:sp>
      <p:sp>
        <p:nvSpPr>
          <p:cNvPr id="12" name="i"/>
          <p:cNvSpPr/>
          <p:nvPr/>
        </p:nvSpPr>
        <p:spPr>
          <a:xfrm>
            <a:off x="4507508" y="1976239"/>
            <a:ext cx="1462385" cy="12700"/>
          </a:xfrm>
          <a:prstGeom prst="roundRect">
            <a:avLst>
              <a:gd name="adj" fmla="val 50000"/>
            </a:avLst>
          </a:prstGeom>
          <a:solidFill>
            <a:srgbClr val="C3CEDD"/>
          </a:solidFill>
          <a:ln/>
        </p:spPr>
      </p:sp>
      <p:pic>
        <p:nvPicPr>
          <p:cNvPr id="13" name="svg" descr="sv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52960" y="1938139"/>
            <a:ext cx="50800" cy="84667"/>
          </a:xfrm>
          <a:prstGeom prst="rect">
            <a:avLst/>
          </a:prstGeom>
        </p:spPr>
      </p:pic>
      <p:pic>
        <p:nvPicPr>
          <p:cNvPr id="14" name="svg" descr="sv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99010" y="1906389"/>
            <a:ext cx="148167" cy="148167"/>
          </a:xfrm>
          <a:prstGeom prst="rect">
            <a:avLst/>
          </a:prstGeom>
        </p:spPr>
      </p:pic>
      <p:pic>
        <p:nvPicPr>
          <p:cNvPr id="15" name="i" descr="i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195178" y="1974122"/>
            <a:ext cx="1460500" cy="12700"/>
          </a:xfrm>
          <a:prstGeom prst="rect">
            <a:avLst/>
          </a:prstGeom>
        </p:spPr>
      </p:pic>
      <p:pic>
        <p:nvPicPr>
          <p:cNvPr id="16" name="svg" descr="sv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638514" y="1938139"/>
            <a:ext cx="50800" cy="84667"/>
          </a:xfrm>
          <a:prstGeom prst="rect">
            <a:avLst/>
          </a:prstGeom>
        </p:spPr>
      </p:pic>
      <p:sp>
        <p:nvSpPr>
          <p:cNvPr id="17" name="p1-ba after"/>
          <p:cNvSpPr/>
          <p:nvPr/>
        </p:nvSpPr>
        <p:spPr>
          <a:xfrm>
            <a:off x="8820547" y="1874639"/>
            <a:ext cx="599678" cy="215900"/>
          </a:xfrm>
          <a:prstGeom prst="roundRect">
            <a:avLst>
              <a:gd name="adj" fmla="val 50000"/>
            </a:avLst>
          </a:prstGeom>
          <a:solidFill>
            <a:srgbClr val="0B2147"/>
          </a:solidFill>
          <a:ln/>
        </p:spPr>
      </p:sp>
      <p:pic>
        <p:nvPicPr>
          <p:cNvPr id="18" name="svg" descr="sv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05367" y="2529747"/>
            <a:ext cx="10936817" cy="148167"/>
          </a:xfrm>
          <a:prstGeom prst="rect">
            <a:avLst/>
          </a:prstGeom>
        </p:spPr>
      </p:pic>
      <p:sp>
        <p:nvSpPr>
          <p:cNvPr id="19" name="p1-h"/>
          <p:cNvSpPr/>
          <p:nvPr/>
        </p:nvSpPr>
        <p:spPr>
          <a:xfrm>
            <a:off x="762000" y="2487414"/>
            <a:ext cx="2601020" cy="2286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0" name="p1-h"/>
          <p:cNvSpPr/>
          <p:nvPr/>
        </p:nvSpPr>
        <p:spPr>
          <a:xfrm>
            <a:off x="4368800" y="2487414"/>
            <a:ext cx="2304355" cy="2286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1" name="p1-h"/>
          <p:cNvSpPr/>
          <p:nvPr/>
        </p:nvSpPr>
        <p:spPr>
          <a:xfrm>
            <a:off x="8737600" y="2487414"/>
            <a:ext cx="2347020" cy="2286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2" name="p1-div"/>
          <p:cNvSpPr/>
          <p:nvPr/>
        </p:nvSpPr>
        <p:spPr>
          <a:xfrm>
            <a:off x="4064000" y="2843014"/>
            <a:ext cx="6350" cy="2979341"/>
          </a:xfrm>
          <a:prstGeom prst="roundRect">
            <a:avLst/>
          </a:prstGeom>
          <a:solidFill>
            <a:srgbClr val="D8E0EB"/>
          </a:solidFill>
          <a:ln/>
        </p:spPr>
      </p:sp>
      <p:sp>
        <p:nvSpPr>
          <p:cNvPr id="23" name="p1-div"/>
          <p:cNvSpPr/>
          <p:nvPr/>
        </p:nvSpPr>
        <p:spPr>
          <a:xfrm>
            <a:off x="8432800" y="2843014"/>
            <a:ext cx="6350" cy="2979341"/>
          </a:xfrm>
          <a:prstGeom prst="roundRect">
            <a:avLst/>
          </a:prstGeom>
          <a:solidFill>
            <a:srgbClr val="D8E0EB"/>
          </a:solidFill>
          <a:ln/>
        </p:spPr>
      </p:sp>
      <p:pic>
        <p:nvPicPr>
          <p:cNvPr id="24" name="svg" descr="sv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18067" y="3202847"/>
            <a:ext cx="3107267" cy="711200"/>
          </a:xfrm>
          <a:prstGeom prst="rect">
            <a:avLst/>
          </a:prstGeom>
        </p:spPr>
      </p:pic>
      <p:sp>
        <p:nvSpPr>
          <p:cNvPr id="25" name="p1-at p1-tag"/>
          <p:cNvSpPr/>
          <p:nvPr/>
        </p:nvSpPr>
        <p:spPr>
          <a:xfrm>
            <a:off x="1311424" y="2843014"/>
            <a:ext cx="1720552" cy="203200"/>
          </a:xfrm>
          <a:prstGeom prst="roundRect">
            <a:avLst>
              <a:gd name="adj" fmla="val 50000"/>
            </a:avLst>
          </a:prstGeom>
          <a:solidFill>
            <a:srgbClr val="D8E0EB"/>
          </a:solidFill>
          <a:ln/>
        </p:spPr>
      </p:sp>
      <p:pic>
        <p:nvPicPr>
          <p:cNvPr id="26" name="svg" descr="sv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396090" y="2893814"/>
            <a:ext cx="107950" cy="105833"/>
          </a:xfrm>
          <a:prstGeom prst="rect">
            <a:avLst/>
          </a:prstGeom>
        </p:spPr>
      </p:pic>
      <p:sp>
        <p:nvSpPr>
          <p:cNvPr id="27" name="p1-op"/>
          <p:cNvSpPr/>
          <p:nvPr/>
        </p:nvSpPr>
        <p:spPr>
          <a:xfrm>
            <a:off x="765175" y="3112889"/>
            <a:ext cx="1009650" cy="27305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6350">
            <a:solidFill>
              <a:srgbClr val="C3CEDD"/>
            </a:solidFill>
            <a:prstDash val="solid"/>
          </a:ln>
        </p:spPr>
      </p:sp>
      <p:sp>
        <p:nvSpPr>
          <p:cNvPr id="28" name="i"/>
          <p:cNvSpPr/>
          <p:nvPr/>
        </p:nvSpPr>
        <p:spPr>
          <a:xfrm>
            <a:off x="1013420" y="3211314"/>
            <a:ext cx="76200" cy="76200"/>
          </a:xfrm>
          <a:prstGeom prst="ellipse">
            <a:avLst/>
          </a:prstGeom>
          <a:solidFill>
            <a:srgbClr val="00A94F"/>
          </a:solidFill>
          <a:ln/>
        </p:spPr>
      </p:sp>
      <p:sp>
        <p:nvSpPr>
          <p:cNvPr id="29" name="p1-op"/>
          <p:cNvSpPr/>
          <p:nvPr/>
        </p:nvSpPr>
        <p:spPr>
          <a:xfrm>
            <a:off x="2568575" y="3112889"/>
            <a:ext cx="1009650" cy="27305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6350">
            <a:solidFill>
              <a:srgbClr val="C3CEDD"/>
            </a:solidFill>
            <a:prstDash val="solid"/>
          </a:ln>
        </p:spPr>
      </p:sp>
      <p:sp>
        <p:nvSpPr>
          <p:cNvPr id="30" name="i"/>
          <p:cNvSpPr/>
          <p:nvPr/>
        </p:nvSpPr>
        <p:spPr>
          <a:xfrm>
            <a:off x="2672159" y="3211314"/>
            <a:ext cx="76200" cy="76200"/>
          </a:xfrm>
          <a:prstGeom prst="ellipse">
            <a:avLst/>
          </a:prstGeom>
          <a:solidFill>
            <a:srgbClr val="00A94F"/>
          </a:solidFill>
          <a:ln/>
        </p:spPr>
      </p:sp>
      <p:sp>
        <p:nvSpPr>
          <p:cNvPr id="31" name="p1-vs"/>
          <p:cNvSpPr/>
          <p:nvPr/>
        </p:nvSpPr>
        <p:spPr>
          <a:xfrm>
            <a:off x="2025650" y="3103364"/>
            <a:ext cx="292100" cy="292100"/>
          </a:xfrm>
          <a:prstGeom prst="ellipse">
            <a:avLst/>
          </a:prstGeom>
          <a:solidFill>
            <a:srgbClr val="0B2147"/>
          </a:solidFill>
          <a:ln/>
        </p:spPr>
      </p:sp>
      <p:sp>
        <p:nvSpPr>
          <p:cNvPr id="32" name="p1-at p1-crit-t"/>
          <p:cNvSpPr/>
          <p:nvPr/>
        </p:nvSpPr>
        <p:spPr>
          <a:xfrm>
            <a:off x="1722537" y="3693914"/>
            <a:ext cx="898327" cy="203200"/>
          </a:xfrm>
          <a:prstGeom prst="roundRect">
            <a:avLst>
              <a:gd name="adj" fmla="val 50000"/>
            </a:avLst>
          </a:prstGeom>
          <a:solidFill>
            <a:srgbClr val="004B8D"/>
          </a:solidFill>
          <a:ln/>
        </p:spPr>
      </p:sp>
      <p:sp>
        <p:nvSpPr>
          <p:cNvPr id="33" name="b"/>
          <p:cNvSpPr/>
          <p:nvPr/>
        </p:nvSpPr>
        <p:spPr>
          <a:xfrm>
            <a:off x="772021" y="3954264"/>
            <a:ext cx="165100" cy="165100"/>
          </a:xfrm>
          <a:prstGeom prst="ellipse">
            <a:avLst/>
          </a:prstGeom>
          <a:solidFill>
            <a:srgbClr val="004B8D"/>
          </a:solidFill>
          <a:ln/>
        </p:spPr>
      </p:sp>
      <p:sp>
        <p:nvSpPr>
          <p:cNvPr id="34" name="b"/>
          <p:cNvSpPr/>
          <p:nvPr/>
        </p:nvSpPr>
        <p:spPr>
          <a:xfrm>
            <a:off x="2560687" y="3954264"/>
            <a:ext cx="165100" cy="165100"/>
          </a:xfrm>
          <a:prstGeom prst="ellipse">
            <a:avLst/>
          </a:prstGeom>
          <a:solidFill>
            <a:srgbClr val="004B8D"/>
          </a:solidFill>
          <a:ln/>
        </p:spPr>
      </p:sp>
      <p:pic>
        <p:nvPicPr>
          <p:cNvPr id="35" name="p1-down" descr="p1-down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2123017" y="4453334"/>
            <a:ext cx="97367" cy="160867"/>
          </a:xfrm>
          <a:prstGeom prst="rect">
            <a:avLst/>
          </a:prstGeom>
        </p:spPr>
      </p:pic>
      <p:sp>
        <p:nvSpPr>
          <p:cNvPr id="36" name="p1-topic"/>
          <p:cNvSpPr/>
          <p:nvPr/>
        </p:nvSpPr>
        <p:spPr>
          <a:xfrm>
            <a:off x="609600" y="4755555"/>
            <a:ext cx="3124200" cy="1092200"/>
          </a:xfrm>
          <a:prstGeom prst="roundRect">
            <a:avLst>
              <a:gd name="adj" fmla="val 10465"/>
            </a:avLst>
          </a:prstGeom>
          <a:solidFill>
            <a:srgbClr val="0B2147"/>
          </a:solidFill>
          <a:ln/>
        </p:spPr>
      </p:sp>
      <p:pic>
        <p:nvPicPr>
          <p:cNvPr id="37" name="svg" descr="sv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5016500" y="3315031"/>
            <a:ext cx="2463800" cy="2070100"/>
          </a:xfrm>
          <a:prstGeom prst="rect">
            <a:avLst/>
          </a:prstGeom>
        </p:spPr>
      </p:pic>
      <p:sp>
        <p:nvSpPr>
          <p:cNvPr id="38" name="p1-card me"/>
          <p:cNvSpPr/>
          <p:nvPr/>
        </p:nvSpPr>
        <p:spPr>
          <a:xfrm>
            <a:off x="5572125" y="2896989"/>
            <a:ext cx="1352550" cy="844550"/>
          </a:xfrm>
          <a:prstGeom prst="roundRect">
            <a:avLst>
              <a:gd name="adj" fmla="val 10150"/>
            </a:avLst>
          </a:prstGeom>
          <a:solidFill>
            <a:srgbClr val="0B2147"/>
          </a:solidFill>
          <a:ln w="6350">
            <a:solidFill>
              <a:srgbClr val="0B2147"/>
            </a:solidFill>
            <a:prstDash val="solid"/>
          </a:ln>
        </p:spPr>
      </p:sp>
      <p:sp>
        <p:nvSpPr>
          <p:cNvPr id="39" name="p1-av"/>
          <p:cNvSpPr/>
          <p:nvPr/>
        </p:nvSpPr>
        <p:spPr>
          <a:xfrm>
            <a:off x="5948263" y="3006427"/>
            <a:ext cx="76200" cy="76200"/>
          </a:xfrm>
          <a:prstGeom prst="ellipse">
            <a:avLst/>
          </a:prstGeom>
          <a:solidFill>
            <a:srgbClr val="00A94F"/>
          </a:solidFill>
          <a:ln/>
        </p:spPr>
      </p:sp>
      <p:sp>
        <p:nvSpPr>
          <p:cNvPr id="40" name="p1-me"/>
          <p:cNvSpPr/>
          <p:nvPr/>
        </p:nvSpPr>
        <p:spPr>
          <a:xfrm>
            <a:off x="6383437" y="2961977"/>
            <a:ext cx="165100" cy="165100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41" name="p1-card"/>
          <p:cNvSpPr/>
          <p:nvPr/>
        </p:nvSpPr>
        <p:spPr>
          <a:xfrm>
            <a:off x="6797675" y="3925689"/>
            <a:ext cx="1352550" cy="844550"/>
          </a:xfrm>
          <a:prstGeom prst="roundRect">
            <a:avLst>
              <a:gd name="adj" fmla="val 10150"/>
            </a:avLst>
          </a:prstGeom>
          <a:solidFill>
            <a:srgbClr val="FFFFFF"/>
          </a:solidFill>
          <a:ln w="6350">
            <a:solidFill>
              <a:srgbClr val="D8E0EB"/>
            </a:solidFill>
            <a:prstDash val="solid"/>
          </a:ln>
        </p:spPr>
      </p:sp>
      <p:sp>
        <p:nvSpPr>
          <p:cNvPr id="42" name="p1-av"/>
          <p:cNvSpPr/>
          <p:nvPr/>
        </p:nvSpPr>
        <p:spPr>
          <a:xfrm>
            <a:off x="7211219" y="4122440"/>
            <a:ext cx="76200" cy="76200"/>
          </a:xfrm>
          <a:prstGeom prst="ellipse">
            <a:avLst/>
          </a:prstGeom>
          <a:solidFill>
            <a:srgbClr val="00A94F"/>
          </a:solidFill>
          <a:ln/>
        </p:spPr>
      </p:sp>
      <p:sp>
        <p:nvSpPr>
          <p:cNvPr id="43" name="p1-card"/>
          <p:cNvSpPr/>
          <p:nvPr/>
        </p:nvSpPr>
        <p:spPr>
          <a:xfrm>
            <a:off x="5572125" y="4948039"/>
            <a:ext cx="1352550" cy="844550"/>
          </a:xfrm>
          <a:prstGeom prst="roundRect">
            <a:avLst>
              <a:gd name="adj" fmla="val 10150"/>
            </a:avLst>
          </a:prstGeom>
          <a:solidFill>
            <a:srgbClr val="FFFFFF"/>
          </a:solidFill>
          <a:ln w="6350">
            <a:solidFill>
              <a:srgbClr val="D8E0EB"/>
            </a:solidFill>
            <a:prstDash val="solid"/>
          </a:ln>
        </p:spPr>
      </p:sp>
      <p:sp>
        <p:nvSpPr>
          <p:cNvPr id="44" name="p1-av"/>
          <p:cNvSpPr/>
          <p:nvPr/>
        </p:nvSpPr>
        <p:spPr>
          <a:xfrm>
            <a:off x="5993309" y="5057477"/>
            <a:ext cx="76200" cy="76200"/>
          </a:xfrm>
          <a:prstGeom prst="ellipse">
            <a:avLst/>
          </a:prstGeom>
          <a:solidFill>
            <a:srgbClr val="00A94F"/>
          </a:solidFill>
          <a:ln/>
        </p:spPr>
      </p:sp>
      <p:sp>
        <p:nvSpPr>
          <p:cNvPr id="45" name="p1-card"/>
          <p:cNvSpPr/>
          <p:nvPr/>
        </p:nvSpPr>
        <p:spPr>
          <a:xfrm>
            <a:off x="4346575" y="3925689"/>
            <a:ext cx="1352550" cy="844550"/>
          </a:xfrm>
          <a:prstGeom prst="roundRect">
            <a:avLst>
              <a:gd name="adj" fmla="val 10150"/>
            </a:avLst>
          </a:prstGeom>
          <a:solidFill>
            <a:srgbClr val="FFFFFF"/>
          </a:solidFill>
          <a:ln w="6350">
            <a:solidFill>
              <a:srgbClr val="D8E0EB"/>
            </a:solidFill>
            <a:prstDash val="solid"/>
          </a:ln>
        </p:spPr>
      </p:sp>
      <p:sp>
        <p:nvSpPr>
          <p:cNvPr id="46" name="p1-av"/>
          <p:cNvSpPr/>
          <p:nvPr/>
        </p:nvSpPr>
        <p:spPr>
          <a:xfrm>
            <a:off x="4760714" y="4035127"/>
            <a:ext cx="76200" cy="76200"/>
          </a:xfrm>
          <a:prstGeom prst="ellipse">
            <a:avLst/>
          </a:prstGeom>
          <a:solidFill>
            <a:srgbClr val="00A94F"/>
          </a:solidFill>
          <a:ln/>
        </p:spPr>
      </p:sp>
      <p:sp>
        <p:nvSpPr>
          <p:cNvPr id="47" name="p1-share"/>
          <p:cNvSpPr/>
          <p:nvPr/>
        </p:nvSpPr>
        <p:spPr>
          <a:xfrm>
            <a:off x="7048500" y="5052814"/>
            <a:ext cx="1176635" cy="381000"/>
          </a:xfrm>
          <a:prstGeom prst="rect">
            <a:avLst/>
          </a:prstGeom>
          <a:solidFill>
            <a:srgbClr val="FFFFFF"/>
          </a:solidFill>
          <a:ln/>
        </p:spPr>
      </p:sp>
      <p:pic>
        <p:nvPicPr>
          <p:cNvPr id="48" name="svg" descr="svg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7105650" y="5181931"/>
            <a:ext cx="127000" cy="127000"/>
          </a:xfrm>
          <a:prstGeom prst="rect">
            <a:avLst/>
          </a:prstGeom>
        </p:spPr>
      </p:pic>
      <p:pic>
        <p:nvPicPr>
          <p:cNvPr id="49" name="svg" descr="svg">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9734550" y="4256947"/>
            <a:ext cx="698500" cy="1109133"/>
          </a:xfrm>
          <a:prstGeom prst="rect">
            <a:avLst/>
          </a:prstGeom>
        </p:spPr>
      </p:pic>
      <p:sp>
        <p:nvSpPr>
          <p:cNvPr id="50" name="p1-video"/>
          <p:cNvSpPr/>
          <p:nvPr/>
        </p:nvSpPr>
        <p:spPr>
          <a:xfrm>
            <a:off x="9118600" y="2868414"/>
            <a:ext cx="1930400" cy="1085850"/>
          </a:xfrm>
          <a:prstGeom prst="roundRect">
            <a:avLst>
              <a:gd name="adj" fmla="val 7018"/>
            </a:avLst>
          </a:prstGeom>
          <a:solidFill>
            <a:srgbClr val="0B2147"/>
          </a:solidFill>
          <a:ln/>
        </p:spPr>
      </p:sp>
      <p:pic>
        <p:nvPicPr>
          <p:cNvPr id="51" name="img" descr="img">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9118600" y="2870531"/>
            <a:ext cx="1930400" cy="1085850"/>
          </a:xfrm>
          <a:prstGeom prst="rect">
            <a:avLst/>
          </a:prstGeom>
        </p:spPr>
      </p:pic>
      <p:sp>
        <p:nvSpPr>
          <p:cNvPr id="52" name="p1-play"/>
          <p:cNvSpPr/>
          <p:nvPr/>
        </p:nvSpPr>
        <p:spPr>
          <a:xfrm>
            <a:off x="9906000" y="3233539"/>
            <a:ext cx="355600" cy="355600"/>
          </a:xfrm>
          <a:prstGeom prst="ellipse">
            <a:avLst/>
          </a:prstGeom>
          <a:solidFill>
            <a:srgbClr val="0B2147">
              <a:alpha val="72000"/>
            </a:srgbClr>
          </a:solidFill>
          <a:ln/>
        </p:spPr>
      </p:sp>
      <p:pic>
        <p:nvPicPr>
          <p:cNvPr id="53" name="svg" descr="svg">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10064750" y="3358422"/>
            <a:ext cx="82550" cy="101600"/>
          </a:xfrm>
          <a:prstGeom prst="rect">
            <a:avLst/>
          </a:prstGeom>
        </p:spPr>
      </p:pic>
      <p:sp>
        <p:nvSpPr>
          <p:cNvPr id="54" name="key"/>
          <p:cNvSpPr/>
          <p:nvPr/>
        </p:nvSpPr>
        <p:spPr>
          <a:xfrm>
            <a:off x="609600" y="5923955"/>
            <a:ext cx="10972800" cy="425450"/>
          </a:xfrm>
          <a:prstGeom prst="roundRect">
            <a:avLst>
              <a:gd name="adj" fmla="val 32836"/>
            </a:avLst>
          </a:prstGeom>
          <a:solidFill>
            <a:srgbClr val="0B2147"/>
          </a:solidFill>
          <a:ln/>
        </p:spPr>
      </p:sp>
      <p:sp>
        <p:nvSpPr>
          <p:cNvPr id="55" name="i"/>
          <p:cNvSpPr/>
          <p:nvPr/>
        </p:nvSpPr>
        <p:spPr>
          <a:xfrm>
            <a:off x="863600" y="6104930"/>
            <a:ext cx="63500" cy="63500"/>
          </a:xfrm>
          <a:prstGeom prst="ellipse">
            <a:avLst/>
          </a:prstGeom>
          <a:solidFill>
            <a:srgbClr val="00A94F"/>
          </a:solidFill>
          <a:ln/>
        </p:spPr>
      </p:sp>
      <p:sp>
        <p:nvSpPr>
          <p:cNvPr id="56" name="b"/>
          <p:cNvSpPr/>
          <p:nvPr/>
        </p:nvSpPr>
        <p:spPr>
          <a:xfrm>
            <a:off x="927100" y="6130330"/>
            <a:ext cx="88900" cy="12700"/>
          </a:xfrm>
          <a:prstGeom prst="rect">
            <a:avLst/>
          </a:prstGeom>
          <a:solidFill>
            <a:srgbClr val="C3CEDD"/>
          </a:solidFill>
          <a:ln/>
        </p:spPr>
      </p:sp>
      <p:sp>
        <p:nvSpPr>
          <p:cNvPr id="57" name="i"/>
          <p:cNvSpPr/>
          <p:nvPr/>
        </p:nvSpPr>
        <p:spPr>
          <a:xfrm>
            <a:off x="1016000" y="6104930"/>
            <a:ext cx="63500" cy="63500"/>
          </a:xfrm>
          <a:prstGeom prst="ellipse">
            <a:avLst/>
          </a:prstGeom>
          <a:solidFill>
            <a:srgbClr val="004B8D"/>
          </a:solidFill>
          <a:ln/>
        </p:spPr>
      </p:sp>
      <p:sp>
        <p:nvSpPr>
          <p:cNvPr id="58" name="b"/>
          <p:cNvSpPr/>
          <p:nvPr/>
        </p:nvSpPr>
        <p:spPr>
          <a:xfrm>
            <a:off x="1079500" y="6130330"/>
            <a:ext cx="88900" cy="12700"/>
          </a:xfrm>
          <a:prstGeom prst="rect">
            <a:avLst/>
          </a:prstGeom>
          <a:solidFill>
            <a:srgbClr val="C3CEDD"/>
          </a:solidFill>
          <a:ln/>
        </p:spPr>
      </p:sp>
      <p:sp>
        <p:nvSpPr>
          <p:cNvPr id="59" name="i"/>
          <p:cNvSpPr/>
          <p:nvPr/>
        </p:nvSpPr>
        <p:spPr>
          <a:xfrm>
            <a:off x="1168400" y="6104930"/>
            <a:ext cx="63500" cy="63500"/>
          </a:xfrm>
          <a:prstGeom prst="ellipse">
            <a:avLst/>
          </a:prstGeom>
          <a:solidFill>
            <a:srgbClr val="FDBB30"/>
          </a:solidFill>
          <a:ln/>
        </p:spPr>
      </p:sp>
      <p:sp>
        <p:nvSpPr>
          <p:cNvPr id="60" name="01"/>
          <p:cNvSpPr txBox="1"/>
          <p:nvPr/>
        </p:nvSpPr>
        <p:spPr>
          <a:xfrm>
            <a:off x="1066800" y="419100"/>
            <a:ext cx="21848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1100" spc="22" kern="0" dirty="0">
                <a:solidFill>
                  <a:srgbClr val="004B8D"/>
                </a:solidFill>
                <a:latin typeface="Pretendard ExtraBold" pitchFamily="34" charset="0"/>
                <a:ea typeface="Pretendard ExtraBold" pitchFamily="34" charset="-127"/>
                <a:cs typeface="Pretendard ExtraBold" pitchFamily="34" charset="-120"/>
              </a:rPr>
              <a:t>01</a:t>
            </a:r>
            <a:endParaRPr lang="en-US" sz="1100" dirty="0"/>
          </a:p>
        </p:txBody>
      </p:sp>
      <p:sp>
        <p:nvSpPr>
          <p:cNvPr id="61" name="PT 주제 1. 가장 중요하게 생각하는 가치와 실천 경험"/>
          <p:cNvSpPr txBox="1"/>
          <p:nvPr/>
        </p:nvSpPr>
        <p:spPr>
          <a:xfrm>
            <a:off x="1323380" y="419100"/>
            <a:ext cx="2951228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1100" spc="-11" kern="0" dirty="0">
                <a:solidFill>
                  <a:srgbClr val="6A7487"/>
                </a:solidFill>
                <a:latin typeface="Pretendard SemiBold" pitchFamily="34" charset="0"/>
                <a:ea typeface="Pretendard SemiBold" pitchFamily="34" charset="-127"/>
                <a:cs typeface="Pretendard SemiBold" pitchFamily="34" charset="-120"/>
              </a:rPr>
              <a:t>PT 주제 1. 가장 중요하게 생각하는 가치와 실천 경험</a:t>
            </a:r>
            <a:endParaRPr lang="en-US" sz="1100" dirty="0"/>
          </a:p>
        </p:txBody>
      </p:sp>
      <p:sp>
        <p:nvSpPr>
          <p:cNvPr id="62" name="제가 가장 중요하게 생각하는 가치는"/>
          <p:cNvSpPr txBox="1"/>
          <p:nvPr/>
        </p:nvSpPr>
        <p:spPr>
          <a:xfrm>
            <a:off x="609600" y="774005"/>
            <a:ext cx="2914944" cy="2413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1600" spc="-32" kern="0" dirty="0">
                <a:solidFill>
                  <a:srgbClr val="3D4757"/>
                </a:solidFill>
                <a:latin typeface="Pretendard SemiBold" pitchFamily="34" charset="0"/>
                <a:ea typeface="Pretendard SemiBold" pitchFamily="34" charset="-127"/>
                <a:cs typeface="Pretendard SemiBold" pitchFamily="34" charset="-120"/>
              </a:rPr>
              <a:t>제가 가장 중요하게 생각하는 가치는</a:t>
            </a:r>
            <a:endParaRPr lang="en-US" sz="1600" dirty="0"/>
          </a:p>
        </p:txBody>
      </p:sp>
      <p:sp>
        <p:nvSpPr>
          <p:cNvPr id="63" name="공동의 목표를 공유하며 함께 성과를 만드는 협업입니다."/>
          <p:cNvSpPr txBox="1"/>
          <p:nvPr/>
        </p:nvSpPr>
        <p:spPr>
          <a:xfrm>
            <a:off x="609600" y="1100336"/>
            <a:ext cx="7713095" cy="425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2800" spc="-98" kern="0" dirty="0">
                <a:solidFill>
                  <a:srgbClr val="004B8D"/>
                </a:solidFill>
                <a:latin typeface="Pretendard ExtraBold" pitchFamily="34" charset="0"/>
                <a:ea typeface="Pretendard ExtraBold" pitchFamily="34" charset="-127"/>
                <a:cs typeface="Pretendard ExtraBold" pitchFamily="34" charset="-120"/>
              </a:rPr>
              <a:t>공동의 목표</a:t>
            </a:r>
            <a:pPr algn="l" indent="0" marL="0">
              <a:buNone/>
            </a:pPr>
            <a:r>
              <a:rPr lang="ko-KR" altLang="en-US" sz="2800" spc="-98" kern="0" dirty="0">
                <a:solidFill>
                  <a:srgbClr val="0B2147"/>
                </a:solidFill>
                <a:latin typeface="Pretendard ExtraBold" pitchFamily="34" charset="0"/>
                <a:ea typeface="Pretendard ExtraBold" pitchFamily="34" charset="-127"/>
                <a:cs typeface="Pretendard ExtraBold" pitchFamily="34" charset="-120"/>
              </a:rPr>
              <a:t>를 공유하며 함께 성과를 만드는 </a:t>
            </a:r>
            <a:pPr algn="l" indent="0" marL="0">
              <a:buNone/>
            </a:pPr>
            <a:r>
              <a:rPr lang="ko-KR" altLang="en-US" sz="2800" spc="-98" kern="0" dirty="0">
                <a:solidFill>
                  <a:srgbClr val="004B8D"/>
                </a:solidFill>
                <a:latin typeface="Pretendard ExtraBold" pitchFamily="34" charset="0"/>
                <a:ea typeface="Pretendard ExtraBold" pitchFamily="34" charset="-127"/>
                <a:cs typeface="Pretendard ExtraBold" pitchFamily="34" charset="-120"/>
              </a:rPr>
              <a:t>협업</a:t>
            </a:r>
            <a:pPr algn="l" indent="0" marL="0">
              <a:buNone/>
            </a:pPr>
            <a:r>
              <a:rPr lang="ko-KR" altLang="en-US" sz="2800" spc="-98" kern="0" dirty="0">
                <a:solidFill>
                  <a:srgbClr val="0B2147"/>
                </a:solidFill>
                <a:latin typeface="Pretendard ExtraBold" pitchFamily="34" charset="0"/>
                <a:ea typeface="Pretendard ExtraBold" pitchFamily="34" charset="-127"/>
                <a:cs typeface="Pretendard ExtraBold" pitchFamily="34" charset="-120"/>
              </a:rPr>
              <a:t>입니다.</a:t>
            </a:r>
            <a:endParaRPr lang="en-US" sz="2800" dirty="0"/>
          </a:p>
        </p:txBody>
      </p:sp>
      <p:sp>
        <p:nvSpPr>
          <p:cNvPr id="64" name="가치관 형성 배경"/>
          <p:cNvSpPr txBox="1"/>
          <p:nvPr/>
        </p:nvSpPr>
        <p:spPr>
          <a:xfrm>
            <a:off x="609600" y="1823839"/>
            <a:ext cx="853083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1000" spc="-20" kern="0" dirty="0">
                <a:solidFill>
                  <a:srgbClr val="0B2147"/>
                </a:solidFill>
                <a:latin typeface="Pretendard ExtraBold" pitchFamily="34" charset="0"/>
                <a:ea typeface="Pretendard ExtraBold" pitchFamily="34" charset="-127"/>
                <a:cs typeface="Pretendard ExtraBold" pitchFamily="34" charset="-120"/>
              </a:rPr>
              <a:t>가치관 형성 배경</a:t>
            </a:r>
            <a:endParaRPr lang="en-US" sz="1000" dirty="0"/>
          </a:p>
        </p:txBody>
      </p:sp>
      <p:sp>
        <p:nvSpPr>
          <p:cNvPr id="65" name="협업을 대하는 태도"/>
          <p:cNvSpPr txBox="1"/>
          <p:nvPr/>
        </p:nvSpPr>
        <p:spPr>
          <a:xfrm>
            <a:off x="609600" y="1982589"/>
            <a:ext cx="967792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1000" spc="-20" kern="0" dirty="0">
                <a:solidFill>
                  <a:srgbClr val="3D4757"/>
                </a:solidFill>
                <a:latin typeface="Pretendard SemiBold" pitchFamily="34" charset="0"/>
                <a:ea typeface="Pretendard SemiBold" pitchFamily="34" charset="-127"/>
                <a:cs typeface="Pretendard SemiBold" pitchFamily="34" charset="-120"/>
              </a:rPr>
              <a:t>협업을 대하는 태도</a:t>
            </a:r>
            <a:endParaRPr lang="en-US" sz="1000" dirty="0"/>
          </a:p>
        </p:txBody>
      </p:sp>
      <p:sp>
        <p:nvSpPr>
          <p:cNvPr id="66" name="BEFORE"/>
          <p:cNvSpPr txBox="1"/>
          <p:nvPr/>
        </p:nvSpPr>
        <p:spPr>
          <a:xfrm>
            <a:off x="1897261" y="1909564"/>
            <a:ext cx="552748" cy="1460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950" spc="57" kern="0" dirty="0">
                <a:solidFill>
                  <a:srgbClr val="FFFFFF"/>
                </a:solidFill>
                <a:latin typeface="Pretendard ExtraBold" pitchFamily="34" charset="0"/>
                <a:ea typeface="Pretendard ExtraBold" pitchFamily="34" charset="-127"/>
                <a:cs typeface="Pretendard ExtraBold" pitchFamily="34" charset="-120"/>
              </a:rPr>
              <a:t>BEFORE</a:t>
            </a:r>
            <a:endParaRPr lang="en-US" sz="950" dirty="0"/>
          </a:p>
        </p:txBody>
      </p:sp>
      <p:sp>
        <p:nvSpPr>
          <p:cNvPr id="67" name="각자 맡은 역할만 잘하면 된다"/>
          <p:cNvSpPr txBox="1"/>
          <p:nvPr/>
        </p:nvSpPr>
        <p:spPr>
          <a:xfrm>
            <a:off x="2564309" y="1883569"/>
            <a:ext cx="1925171" cy="1968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1300" spc="-26" kern="0" dirty="0">
                <a:solidFill>
                  <a:srgbClr val="6A7487"/>
                </a:solidFill>
                <a:latin typeface="Pretendard SemiBold" pitchFamily="34" charset="0"/>
                <a:ea typeface="Pretendard SemiBold" pitchFamily="34" charset="-127"/>
                <a:cs typeface="Pretendard SemiBold" pitchFamily="34" charset="-120"/>
              </a:rPr>
              <a:t>각자 맡은 역할만 잘하면 된다</a:t>
            </a:r>
            <a:endParaRPr lang="en-US" sz="1300" dirty="0"/>
          </a:p>
        </p:txBody>
      </p:sp>
      <p:sp>
        <p:nvSpPr>
          <p:cNvPr id="68" name="학부 팀 프로젝트"/>
          <p:cNvSpPr txBox="1"/>
          <p:nvPr/>
        </p:nvSpPr>
        <p:spPr>
          <a:xfrm>
            <a:off x="6312793" y="1906389"/>
            <a:ext cx="854869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1000" b="1" spc="-20" kern="0" dirty="0">
                <a:solidFill>
                  <a:srgbClr val="004B8D"/>
                </a:solidFill>
                <a:latin typeface="Pretendard" pitchFamily="34" charset="0"/>
                <a:ea typeface="Pretendard" pitchFamily="34" charset="-127"/>
                <a:cs typeface="Pretendard" pitchFamily="34" charset="-120"/>
              </a:rPr>
              <a:t>학부 팀 프로젝트</a:t>
            </a:r>
            <a:endParaRPr lang="en-US" sz="1000" dirty="0"/>
          </a:p>
        </p:txBody>
      </p:sp>
      <p:sp>
        <p:nvSpPr>
          <p:cNvPr id="69" name="AFTER"/>
          <p:cNvSpPr txBox="1"/>
          <p:nvPr/>
        </p:nvSpPr>
        <p:spPr>
          <a:xfrm>
            <a:off x="8909447" y="1909564"/>
            <a:ext cx="472678" cy="1460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950" spc="57" kern="0" dirty="0">
                <a:solidFill>
                  <a:srgbClr val="FFFFFF"/>
                </a:solidFill>
                <a:latin typeface="Pretendard ExtraBold" pitchFamily="34" charset="0"/>
                <a:ea typeface="Pretendard ExtraBold" pitchFamily="34" charset="-127"/>
                <a:cs typeface="Pretendard ExtraBold" pitchFamily="34" charset="-120"/>
              </a:rPr>
              <a:t>AFTER</a:t>
            </a:r>
            <a:endParaRPr lang="en-US" sz="950" dirty="0"/>
          </a:p>
        </p:txBody>
      </p:sp>
      <p:sp>
        <p:nvSpPr>
          <p:cNvPr id="70" name="같은 목표와 방향을 공유해야 한다"/>
          <p:cNvSpPr txBox="1"/>
          <p:nvPr/>
        </p:nvSpPr>
        <p:spPr>
          <a:xfrm>
            <a:off x="9496425" y="1883569"/>
            <a:ext cx="2211134" cy="1968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1300" spc="-26" kern="0" dirty="0">
                <a:solidFill>
                  <a:srgbClr val="004B8D"/>
                </a:solidFill>
                <a:latin typeface="Pretendard ExtraBold" pitchFamily="34" charset="0"/>
                <a:ea typeface="Pretendard ExtraBold" pitchFamily="34" charset="-127"/>
                <a:cs typeface="Pretendard ExtraBold" pitchFamily="34" charset="-120"/>
              </a:rPr>
              <a:t>같은 목표와 방향을 공유해야 한다</a:t>
            </a:r>
            <a:endParaRPr lang="en-US" sz="1300" dirty="0"/>
          </a:p>
        </p:txBody>
      </p:sp>
      <p:sp>
        <p:nvSpPr>
          <p:cNvPr id="71" name="실천 경험 | 학생 BIM 경진대회"/>
          <p:cNvSpPr txBox="1"/>
          <p:nvPr/>
        </p:nvSpPr>
        <p:spPr>
          <a:xfrm>
            <a:off x="609600" y="2284214"/>
            <a:ext cx="1553073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1000" spc="-20" kern="0" dirty="0">
                <a:solidFill>
                  <a:srgbClr val="0B2147"/>
                </a:solidFill>
                <a:latin typeface="Pretendard ExtraBold" pitchFamily="34" charset="0"/>
                <a:ea typeface="Pretendard ExtraBold" pitchFamily="34" charset="-127"/>
                <a:cs typeface="Pretendard ExtraBold" pitchFamily="34" charset="-120"/>
              </a:rPr>
              <a:t>실천 경험</a:t>
            </a:r>
            <a:pPr algn="l" indent="0" marL="0">
              <a:buNone/>
            </a:pPr>
            <a:r>
              <a:rPr lang="ko-KR" altLang="en-US" sz="1000" spc="-20" kern="0" dirty="0">
                <a:solidFill>
                  <a:srgbClr val="3D4757"/>
                </a:solidFill>
                <a:latin typeface="Pretendard SemiBold" pitchFamily="34" charset="0"/>
                <a:ea typeface="Pretendard SemiBold" pitchFamily="34" charset="-127"/>
                <a:cs typeface="Pretendard SemiBold" pitchFamily="34" charset="-120"/>
              </a:rPr>
              <a:t> | 학생 BIM 경진대회</a:t>
            </a:r>
            <a:endParaRPr lang="en-US" sz="1000" dirty="0"/>
          </a:p>
        </p:txBody>
      </p:sp>
      <p:sp>
        <p:nvSpPr>
          <p:cNvPr id="72" name="01"/>
          <p:cNvSpPr txBox="1"/>
          <p:nvPr/>
        </p:nvSpPr>
        <p:spPr>
          <a:xfrm>
            <a:off x="825500" y="2525514"/>
            <a:ext cx="233759" cy="1841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1200" spc="24" kern="0" dirty="0">
                <a:solidFill>
                  <a:srgbClr val="2A78DD"/>
                </a:solidFill>
                <a:latin typeface="Pretendard ExtraBold" pitchFamily="34" charset="0"/>
                <a:ea typeface="Pretendard ExtraBold" pitchFamily="34" charset="-127"/>
                <a:cs typeface="Pretendard ExtraBold" pitchFamily="34" charset="-120"/>
              </a:rPr>
              <a:t>01</a:t>
            </a:r>
            <a:endParaRPr lang="en-US" sz="1200" dirty="0"/>
          </a:p>
        </p:txBody>
      </p:sp>
      <p:sp>
        <p:nvSpPr>
          <p:cNvPr id="73" name="충돌을 조율해 주제를 확정하다"/>
          <p:cNvSpPr txBox="1"/>
          <p:nvPr/>
        </p:nvSpPr>
        <p:spPr>
          <a:xfrm>
            <a:off x="1084659" y="2487414"/>
            <a:ext cx="2307366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1500" spc="-45" kern="0" dirty="0">
                <a:solidFill>
                  <a:srgbClr val="0B2147"/>
                </a:solidFill>
                <a:latin typeface="Pretendard ExtraBold" pitchFamily="34" charset="0"/>
                <a:ea typeface="Pretendard ExtraBold" pitchFamily="34" charset="-127"/>
                <a:cs typeface="Pretendard ExtraBold" pitchFamily="34" charset="-120"/>
              </a:rPr>
              <a:t>충돌을 조율해 주제를 확정하다</a:t>
            </a:r>
            <a:endParaRPr lang="en-US" sz="1500" dirty="0"/>
          </a:p>
        </p:txBody>
      </p:sp>
      <p:sp>
        <p:nvSpPr>
          <p:cNvPr id="74" name="02"/>
          <p:cNvSpPr txBox="1"/>
          <p:nvPr/>
        </p:nvSpPr>
        <p:spPr>
          <a:xfrm>
            <a:off x="4432300" y="2525514"/>
            <a:ext cx="254992" cy="1841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1200" spc="24" kern="0" dirty="0">
                <a:solidFill>
                  <a:srgbClr val="2A78DD"/>
                </a:solidFill>
                <a:latin typeface="Pretendard ExtraBold" pitchFamily="34" charset="0"/>
                <a:ea typeface="Pretendard ExtraBold" pitchFamily="34" charset="-127"/>
                <a:cs typeface="Pretendard ExtraBold" pitchFamily="34" charset="-120"/>
              </a:rPr>
              <a:t>02</a:t>
            </a:r>
            <a:endParaRPr lang="en-US" sz="1200" dirty="0"/>
          </a:p>
        </p:txBody>
      </p:sp>
      <p:sp>
        <p:nvSpPr>
          <p:cNvPr id="75" name="강점에 맞게 역할을 나누다"/>
          <p:cNvSpPr txBox="1"/>
          <p:nvPr/>
        </p:nvSpPr>
        <p:spPr>
          <a:xfrm>
            <a:off x="4712692" y="2487414"/>
            <a:ext cx="1970395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1500" spc="-45" kern="0" dirty="0">
                <a:solidFill>
                  <a:srgbClr val="0B2147"/>
                </a:solidFill>
                <a:latin typeface="Pretendard ExtraBold" pitchFamily="34" charset="0"/>
                <a:ea typeface="Pretendard ExtraBold" pitchFamily="34" charset="-127"/>
                <a:cs typeface="Pretendard ExtraBold" pitchFamily="34" charset="-120"/>
              </a:rPr>
              <a:t>강점에 맞게 역할을 나누다</a:t>
            </a:r>
            <a:endParaRPr lang="en-US" sz="1500" dirty="0"/>
          </a:p>
        </p:txBody>
      </p:sp>
      <p:sp>
        <p:nvSpPr>
          <p:cNvPr id="76" name="03"/>
          <p:cNvSpPr txBox="1"/>
          <p:nvPr/>
        </p:nvSpPr>
        <p:spPr>
          <a:xfrm>
            <a:off x="8801100" y="2525514"/>
            <a:ext cx="259358" cy="1841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1200" spc="24" kern="0" dirty="0">
                <a:solidFill>
                  <a:srgbClr val="2A78DD"/>
                </a:solidFill>
                <a:latin typeface="Pretendard ExtraBold" pitchFamily="34" charset="0"/>
                <a:ea typeface="Pretendard ExtraBold" pitchFamily="34" charset="-127"/>
                <a:cs typeface="Pretendard ExtraBold" pitchFamily="34" charset="-120"/>
              </a:rPr>
              <a:t>03</a:t>
            </a:r>
            <a:endParaRPr lang="en-US" sz="1200" dirty="0"/>
          </a:p>
        </p:txBody>
      </p:sp>
      <p:sp>
        <p:nvSpPr>
          <p:cNvPr id="77" name="3주 만에 완성, 장려상 수상"/>
          <p:cNvSpPr txBox="1"/>
          <p:nvPr/>
        </p:nvSpPr>
        <p:spPr>
          <a:xfrm>
            <a:off x="9085858" y="2487414"/>
            <a:ext cx="201099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1500" spc="-45" kern="0" dirty="0">
                <a:solidFill>
                  <a:srgbClr val="0B2147"/>
                </a:solidFill>
                <a:latin typeface="Pretendard ExtraBold" pitchFamily="34" charset="0"/>
                <a:ea typeface="Pretendard ExtraBold" pitchFamily="34" charset="-127"/>
                <a:cs typeface="Pretendard ExtraBold" pitchFamily="34" charset="-120"/>
              </a:rPr>
              <a:t>3주 만에 완성, 장려상 수상</a:t>
            </a:r>
            <a:endParaRPr lang="en-US" sz="1500" dirty="0"/>
          </a:p>
        </p:txBody>
      </p:sp>
      <p:sp>
        <p:nvSpPr>
          <p:cNvPr id="78" name="마감 3주 전까지 주제 미확정"/>
          <p:cNvSpPr txBox="1"/>
          <p:nvPr/>
        </p:nvSpPr>
        <p:spPr>
          <a:xfrm>
            <a:off x="1565424" y="2865239"/>
            <a:ext cx="1446849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1000" b="1" spc="-20" kern="0" dirty="0">
                <a:solidFill>
                  <a:srgbClr val="1C2536"/>
                </a:solidFill>
                <a:latin typeface="Pretendard" pitchFamily="34" charset="0"/>
                <a:ea typeface="Pretendard" pitchFamily="34" charset="-127"/>
                <a:cs typeface="Pretendard" pitchFamily="34" charset="-120"/>
              </a:rPr>
              <a:t>마감 3주 전까지 주제 미확정</a:t>
            </a:r>
            <a:endParaRPr lang="en-US" sz="1000" dirty="0"/>
          </a:p>
        </p:txBody>
      </p:sp>
      <p:sp>
        <p:nvSpPr>
          <p:cNvPr id="79" name="참신성"/>
          <p:cNvSpPr txBox="1"/>
          <p:nvPr/>
        </p:nvSpPr>
        <p:spPr>
          <a:xfrm>
            <a:off x="1140420" y="3151584"/>
            <a:ext cx="436860" cy="1841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1200" b="1" spc="-24" kern="0" dirty="0">
                <a:solidFill>
                  <a:srgbClr val="0B2147"/>
                </a:solidFill>
                <a:latin typeface="Pretendard" pitchFamily="34" charset="0"/>
                <a:ea typeface="Pretendard" pitchFamily="34" charset="-127"/>
                <a:cs typeface="Pretendard" pitchFamily="34" charset="-120"/>
              </a:rPr>
              <a:t>참신성</a:t>
            </a:r>
            <a:endParaRPr lang="en-US" sz="1200" dirty="0"/>
          </a:p>
        </p:txBody>
      </p:sp>
      <p:sp>
        <p:nvSpPr>
          <p:cNvPr id="80" name="구현 가능성"/>
          <p:cNvSpPr txBox="1"/>
          <p:nvPr/>
        </p:nvSpPr>
        <p:spPr>
          <a:xfrm>
            <a:off x="2799159" y="3151584"/>
            <a:ext cx="726281" cy="1841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1200" b="1" spc="-24" kern="0" dirty="0">
                <a:solidFill>
                  <a:srgbClr val="0B2147"/>
                </a:solidFill>
                <a:latin typeface="Pretendard" pitchFamily="34" charset="0"/>
                <a:ea typeface="Pretendard" pitchFamily="34" charset="-127"/>
                <a:cs typeface="Pretendard" pitchFamily="34" charset="-120"/>
              </a:rPr>
              <a:t>구현 가능성</a:t>
            </a:r>
            <a:endParaRPr lang="en-US" sz="1200" dirty="0"/>
          </a:p>
        </p:txBody>
      </p:sp>
      <p:sp>
        <p:nvSpPr>
          <p:cNvPr id="81" name="VS"/>
          <p:cNvSpPr txBox="1"/>
          <p:nvPr/>
        </p:nvSpPr>
        <p:spPr>
          <a:xfrm>
            <a:off x="2090539" y="3179564"/>
            <a:ext cx="213122" cy="1333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900" spc="18" kern="0" dirty="0">
                <a:solidFill>
                  <a:srgbClr val="FFFFFF"/>
                </a:solidFill>
                <a:latin typeface="Pretendard ExtraBold" pitchFamily="34" charset="0"/>
                <a:ea typeface="Pretendard ExtraBold" pitchFamily="34" charset="-127"/>
                <a:cs typeface="Pretendard ExtraBold" pitchFamily="34" charset="-120"/>
              </a:rPr>
              <a:t>VS</a:t>
            </a:r>
            <a:endParaRPr lang="en-US" sz="900" dirty="0"/>
          </a:p>
        </p:txBody>
      </p:sp>
      <p:sp>
        <p:nvSpPr>
          <p:cNvPr id="82" name="경청 · 수상작 분석 · 교수님 조언"/>
          <p:cNvSpPr txBox="1"/>
          <p:nvPr/>
        </p:nvSpPr>
        <p:spPr>
          <a:xfrm>
            <a:off x="1413470" y="3471664"/>
            <a:ext cx="1607447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1000" spc="-20" kern="0" dirty="0">
                <a:solidFill>
                  <a:srgbClr val="3D4757"/>
                </a:solidFill>
                <a:latin typeface="Pretendard SemiBold" pitchFamily="34" charset="0"/>
                <a:ea typeface="Pretendard SemiBold" pitchFamily="34" charset="-127"/>
                <a:cs typeface="Pretendard SemiBold" pitchFamily="34" charset="-120"/>
              </a:rPr>
              <a:t>경청 · 수상작 분석 · 교수님 조언</a:t>
            </a:r>
            <a:endParaRPr lang="en-US" sz="1000" dirty="0"/>
          </a:p>
        </p:txBody>
      </p:sp>
      <p:sp>
        <p:nvSpPr>
          <p:cNvPr id="83" name="판단 기준 마련"/>
          <p:cNvSpPr txBox="1"/>
          <p:nvPr/>
        </p:nvSpPr>
        <p:spPr>
          <a:xfrm>
            <a:off x="1824137" y="3719314"/>
            <a:ext cx="745927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1000" spc="-20" kern="0" dirty="0">
                <a:solidFill>
                  <a:srgbClr val="FFFFFF"/>
                </a:solidFill>
                <a:latin typeface="Pretendard ExtraBold" pitchFamily="34" charset="0"/>
                <a:ea typeface="Pretendard ExtraBold" pitchFamily="34" charset="-127"/>
                <a:cs typeface="Pretendard ExtraBold" pitchFamily="34" charset="-120"/>
              </a:rPr>
              <a:t>판단 기준 마련</a:t>
            </a:r>
            <a:endParaRPr lang="en-US" sz="1000" dirty="0"/>
          </a:p>
        </p:txBody>
      </p:sp>
      <p:sp>
        <p:nvSpPr>
          <p:cNvPr id="84" name="1"/>
          <p:cNvSpPr txBox="1"/>
          <p:nvPr/>
        </p:nvSpPr>
        <p:spPr>
          <a:xfrm>
            <a:off x="828576" y="3966964"/>
            <a:ext cx="102791" cy="1333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900" spc="-22" kern="0" dirty="0">
                <a:solidFill>
                  <a:srgbClr val="FFFFFF"/>
                </a:solidFill>
                <a:latin typeface="Pretendard ExtraBold" pitchFamily="34" charset="0"/>
                <a:ea typeface="Pretendard ExtraBold" pitchFamily="34" charset="-127"/>
                <a:cs typeface="Pretendard ExtraBold" pitchFamily="34" charset="-120"/>
              </a:rPr>
              <a:t>1</a:t>
            </a:r>
            <a:endParaRPr lang="en-US" sz="900" dirty="0"/>
          </a:p>
        </p:txBody>
      </p:sp>
      <p:sp>
        <p:nvSpPr>
          <p:cNvPr id="85" name="기존 수상작과"/>
          <p:cNvSpPr txBox="1"/>
          <p:nvPr/>
        </p:nvSpPr>
        <p:spPr>
          <a:xfrm>
            <a:off x="987921" y="3954264"/>
            <a:ext cx="787896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1100" b="1" spc="-22" kern="0" dirty="0">
                <a:solidFill>
                  <a:srgbClr val="0B2147"/>
                </a:solidFill>
                <a:latin typeface="Pretendard" pitchFamily="34" charset="0"/>
                <a:ea typeface="Pretendard" pitchFamily="34" charset="-127"/>
                <a:cs typeface="Pretendard" pitchFamily="34" charset="-120"/>
              </a:rPr>
              <a:t>기존 수상작과</a:t>
            </a:r>
            <a:endParaRPr lang="en-US" sz="1100" dirty="0"/>
          </a:p>
        </p:txBody>
      </p:sp>
      <p:sp>
        <p:nvSpPr>
          <p:cNvPr id="86" name="차별화되는가?"/>
          <p:cNvSpPr txBox="1"/>
          <p:nvPr/>
        </p:nvSpPr>
        <p:spPr>
          <a:xfrm>
            <a:off x="987921" y="4135834"/>
            <a:ext cx="830858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1100" b="1" spc="-22" kern="0" dirty="0">
                <a:solidFill>
                  <a:srgbClr val="0B2147"/>
                </a:solidFill>
                <a:latin typeface="Pretendard" pitchFamily="34" charset="0"/>
                <a:ea typeface="Pretendard" pitchFamily="34" charset="-127"/>
                <a:cs typeface="Pretendard" pitchFamily="34" charset="-120"/>
              </a:rPr>
              <a:t>차별화되는가?</a:t>
            </a:r>
            <a:endParaRPr lang="en-US" sz="1100" dirty="0"/>
          </a:p>
        </p:txBody>
      </p:sp>
      <p:sp>
        <p:nvSpPr>
          <p:cNvPr id="87" name="2"/>
          <p:cNvSpPr txBox="1"/>
          <p:nvPr/>
        </p:nvSpPr>
        <p:spPr>
          <a:xfrm>
            <a:off x="2609304" y="3966964"/>
            <a:ext cx="118666" cy="1333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900" spc="-22" kern="0" dirty="0">
                <a:solidFill>
                  <a:srgbClr val="FFFFFF"/>
                </a:solidFill>
                <a:latin typeface="Pretendard ExtraBold" pitchFamily="34" charset="0"/>
                <a:ea typeface="Pretendard ExtraBold" pitchFamily="34" charset="-127"/>
                <a:cs typeface="Pretendard ExtraBold" pitchFamily="34" charset="-120"/>
              </a:rPr>
              <a:t>2</a:t>
            </a:r>
            <a:endParaRPr lang="en-US" sz="900" dirty="0"/>
          </a:p>
        </p:txBody>
      </p:sp>
      <p:sp>
        <p:nvSpPr>
          <p:cNvPr id="88" name="남은 3주 안에"/>
          <p:cNvSpPr txBox="1"/>
          <p:nvPr/>
        </p:nvSpPr>
        <p:spPr>
          <a:xfrm>
            <a:off x="2776587" y="3954264"/>
            <a:ext cx="785813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1100" b="1" spc="-22" kern="0" dirty="0">
                <a:solidFill>
                  <a:srgbClr val="0B2147"/>
                </a:solidFill>
                <a:latin typeface="Pretendard" pitchFamily="34" charset="0"/>
                <a:ea typeface="Pretendard" pitchFamily="34" charset="-127"/>
                <a:cs typeface="Pretendard" pitchFamily="34" charset="-120"/>
              </a:rPr>
              <a:t>남은 3주 안에</a:t>
            </a:r>
            <a:endParaRPr lang="en-US" sz="1100" dirty="0"/>
          </a:p>
        </p:txBody>
      </p:sp>
      <p:sp>
        <p:nvSpPr>
          <p:cNvPr id="89" name="완성 가능한가?"/>
          <p:cNvSpPr txBox="1"/>
          <p:nvPr/>
        </p:nvSpPr>
        <p:spPr>
          <a:xfrm>
            <a:off x="2776587" y="4135834"/>
            <a:ext cx="860326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1100" b="1" spc="-22" kern="0" dirty="0">
                <a:solidFill>
                  <a:srgbClr val="0B2147"/>
                </a:solidFill>
                <a:latin typeface="Pretendard" pitchFamily="34" charset="0"/>
                <a:ea typeface="Pretendard" pitchFamily="34" charset="-127"/>
                <a:cs typeface="Pretendard" pitchFamily="34" charset="-120"/>
              </a:rPr>
              <a:t>완성 가능한가?</a:t>
            </a:r>
            <a:endParaRPr lang="en-US" sz="1100" dirty="0"/>
          </a:p>
        </p:txBody>
      </p:sp>
      <p:sp>
        <p:nvSpPr>
          <p:cNvPr id="90" name="‘유닛 모듈러 기반 사용자 맞춤형"/>
          <p:cNvSpPr txBox="1"/>
          <p:nvPr/>
        </p:nvSpPr>
        <p:spPr>
          <a:xfrm>
            <a:off x="762000" y="4863505"/>
            <a:ext cx="2536746" cy="2413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1600" spc="-56" kern="0" dirty="0">
                <a:solidFill>
                  <a:srgbClr val="FFFFFF"/>
                </a:solidFill>
                <a:latin typeface="Pretendard ExtraBold" pitchFamily="34" charset="0"/>
                <a:ea typeface="Pretendard ExtraBold" pitchFamily="34" charset="-127"/>
                <a:cs typeface="Pretendard ExtraBold" pitchFamily="34" charset="-120"/>
              </a:rPr>
              <a:t>‘유닛 모듈러 기반 사용자 맞춤형</a:t>
            </a:r>
            <a:endParaRPr lang="en-US" sz="1600" dirty="0"/>
          </a:p>
        </p:txBody>
      </p:sp>
      <p:sp>
        <p:nvSpPr>
          <p:cNvPr id="91" name="리모델링 방법’ 선정"/>
          <p:cNvSpPr txBox="1"/>
          <p:nvPr/>
        </p:nvSpPr>
        <p:spPr>
          <a:xfrm>
            <a:off x="762000" y="5117505"/>
            <a:ext cx="1562433" cy="2413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1600" spc="-56" kern="0" dirty="0">
                <a:solidFill>
                  <a:srgbClr val="FFFFFF"/>
                </a:solidFill>
                <a:latin typeface="Pretendard ExtraBold" pitchFamily="34" charset="0"/>
                <a:ea typeface="Pretendard ExtraBold" pitchFamily="34" charset="-127"/>
                <a:cs typeface="Pretendard ExtraBold" pitchFamily="34" charset="-120"/>
              </a:rPr>
              <a:t>리모델링 방법’ </a:t>
            </a:r>
            <a:pPr algn="l" indent="0" marL="0">
              <a:buNone/>
            </a:pPr>
            <a:r>
              <a:rPr lang="ko-KR" altLang="en-US" sz="1600" spc="-56" kern="0" dirty="0">
                <a:solidFill>
                  <a:srgbClr val="45B9EC"/>
                </a:solidFill>
                <a:latin typeface="Pretendard ExtraBold" pitchFamily="34" charset="0"/>
                <a:ea typeface="Pretendard ExtraBold" pitchFamily="34" charset="-127"/>
                <a:cs typeface="Pretendard ExtraBold" pitchFamily="34" charset="-120"/>
              </a:rPr>
              <a:t>선정</a:t>
            </a:r>
            <a:endParaRPr lang="en-US" sz="1600" dirty="0"/>
          </a:p>
        </p:txBody>
      </p:sp>
      <p:sp>
        <p:nvSpPr>
          <p:cNvPr id="92" name="리모델링 규모에 따라 유닛 모듈러를 배치하고,"/>
          <p:cNvSpPr txBox="1"/>
          <p:nvPr/>
        </p:nvSpPr>
        <p:spPr>
          <a:xfrm>
            <a:off x="762000" y="5409605"/>
            <a:ext cx="234365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1000" spc="-20" kern="0" dirty="0">
                <a:solidFill>
                  <a:srgbClr val="D3D7DE"/>
                </a:solidFill>
                <a:latin typeface="Pretendard Medium" pitchFamily="34" charset="0"/>
                <a:ea typeface="Pretendard Medium" pitchFamily="34" charset="-127"/>
                <a:cs typeface="Pretendard Medium" pitchFamily="34" charset="-120"/>
              </a:rPr>
              <a:t>리모델링 규모에 따라 유닛 모듈러를 배치하고,</a:t>
            </a:r>
            <a:endParaRPr lang="en-US" sz="1000" dirty="0"/>
          </a:p>
        </p:txBody>
      </p:sp>
      <p:sp>
        <p:nvSpPr>
          <p:cNvPr id="93" name="모듈 수 · 자재 물량 자동 산출"/>
          <p:cNvSpPr txBox="1"/>
          <p:nvPr/>
        </p:nvSpPr>
        <p:spPr>
          <a:xfrm>
            <a:off x="762000" y="5581055"/>
            <a:ext cx="1464098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1000" spc="-20" kern="0" dirty="0">
                <a:solidFill>
                  <a:srgbClr val="D3D7DE"/>
                </a:solidFill>
                <a:latin typeface="Pretendard Medium" pitchFamily="34" charset="0"/>
                <a:ea typeface="Pretendard Medium" pitchFamily="34" charset="-127"/>
                <a:cs typeface="Pretendard Medium" pitchFamily="34" charset="-120"/>
              </a:rPr>
              <a:t>모듈 수 · 자재 물량 자동 산출</a:t>
            </a:r>
            <a:endParaRPr lang="en-US" sz="1000" dirty="0"/>
          </a:p>
        </p:txBody>
      </p:sp>
      <p:sp>
        <p:nvSpPr>
          <p:cNvPr id="94" name="공동 목표"/>
          <p:cNvSpPr txBox="1"/>
          <p:nvPr/>
        </p:nvSpPr>
        <p:spPr>
          <a:xfrm>
            <a:off x="5950148" y="4175274"/>
            <a:ext cx="596503" cy="1841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altLang="en-US" sz="1200" spc="-24" kern="0" dirty="0">
                <a:solidFill>
                  <a:srgbClr val="004B8D"/>
                </a:solidFill>
                <a:latin typeface="Pretendard ExtraBold" pitchFamily="34" charset="0"/>
                <a:ea typeface="Pretendard ExtraBold" pitchFamily="34" charset="-127"/>
                <a:cs typeface="Pretendard ExtraBold" pitchFamily="34" charset="-120"/>
              </a:rPr>
              <a:t>공동 목표</a:t>
            </a:r>
            <a:endParaRPr lang="en-US" sz="1200" dirty="0"/>
          </a:p>
        </p:txBody>
      </p:sp>
      <p:sp>
        <p:nvSpPr>
          <p:cNvPr id="95" name="프로젝트 완수"/>
          <p:cNvSpPr txBox="1"/>
          <p:nvPr/>
        </p:nvSpPr>
        <p:spPr>
          <a:xfrm>
            <a:off x="5921474" y="4377184"/>
            <a:ext cx="653852" cy="1333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altLang="en-US" sz="900" b="1" spc="-18" kern="0" dirty="0">
                <a:solidFill>
                  <a:srgbClr val="3D4757"/>
                </a:solidFill>
                <a:latin typeface="Pretendard" pitchFamily="34" charset="0"/>
                <a:ea typeface="Pretendard" pitchFamily="34" charset="-127"/>
                <a:cs typeface="Pretendard" pitchFamily="34" charset="-120"/>
              </a:rPr>
              <a:t>프로젝트 완수</a:t>
            </a:r>
            <a:endParaRPr lang="en-US" sz="900" dirty="0"/>
          </a:p>
        </p:txBody>
      </p:sp>
      <p:sp>
        <p:nvSpPr>
          <p:cNvPr id="96" name="팀장"/>
          <p:cNvSpPr txBox="1"/>
          <p:nvPr/>
        </p:nvSpPr>
        <p:spPr>
          <a:xfrm>
            <a:off x="6049863" y="2946797"/>
            <a:ext cx="308173" cy="1841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altLang="en-US" sz="1200" spc="-24" kern="0" dirty="0">
                <a:solidFill>
                  <a:srgbClr val="FFFFFF"/>
                </a:solidFill>
                <a:latin typeface="Pretendard ExtraBold" pitchFamily="34" charset="0"/>
                <a:ea typeface="Pretendard ExtraBold" pitchFamily="34" charset="-127"/>
                <a:cs typeface="Pretendard ExtraBold" pitchFamily="34" charset="-120"/>
              </a:rPr>
              <a:t>팀장</a:t>
            </a:r>
            <a:endParaRPr lang="en-US" sz="1200" dirty="0"/>
          </a:p>
        </p:txBody>
      </p:sp>
      <p:sp>
        <p:nvSpPr>
          <p:cNvPr id="97" name="나"/>
          <p:cNvSpPr txBox="1"/>
          <p:nvPr/>
        </p:nvSpPr>
        <p:spPr>
          <a:xfrm>
            <a:off x="6392664" y="2974677"/>
            <a:ext cx="146546" cy="1333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altLang="en-US" sz="900" spc="-24" kern="0" dirty="0">
                <a:solidFill>
                  <a:srgbClr val="0B2147"/>
                </a:solidFill>
                <a:latin typeface="Pretendard ExtraBold" pitchFamily="34" charset="0"/>
                <a:ea typeface="Pretendard ExtraBold" pitchFamily="34" charset="-127"/>
                <a:cs typeface="Pretendard ExtraBold" pitchFamily="34" charset="-120"/>
              </a:rPr>
              <a:t>나</a:t>
            </a:r>
            <a:endParaRPr lang="en-US" sz="900" dirty="0"/>
          </a:p>
        </p:txBody>
      </p:sp>
      <p:sp>
        <p:nvSpPr>
          <p:cNvPr id="98" name="프로젝트 일정 총괄 ·"/>
          <p:cNvSpPr txBox="1"/>
          <p:nvPr/>
        </p:nvSpPr>
        <p:spPr>
          <a:xfrm>
            <a:off x="5684790" y="3161407"/>
            <a:ext cx="1127022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altLang="en-US" sz="1100" spc="-28" kern="0" dirty="0">
                <a:solidFill>
                  <a:srgbClr val="DADEE3"/>
                </a:solidFill>
                <a:latin typeface="Pretendard Medium" pitchFamily="34" charset="0"/>
                <a:ea typeface="Pretendard Medium" pitchFamily="34" charset="-127"/>
                <a:cs typeface="Pretendard Medium" pitchFamily="34" charset="-120"/>
              </a:rPr>
              <a:t>프로젝트 일정 총괄 ·</a:t>
            </a:r>
            <a:endParaRPr lang="en-US" sz="1100" dirty="0"/>
          </a:p>
        </p:txBody>
      </p:sp>
      <p:sp>
        <p:nvSpPr>
          <p:cNvPr id="99" name="Dynamo 기반"/>
          <p:cNvSpPr txBox="1"/>
          <p:nvPr/>
        </p:nvSpPr>
        <p:spPr>
          <a:xfrm>
            <a:off x="5837734" y="3336032"/>
            <a:ext cx="82123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altLang="en-US" sz="1100" spc="-28" kern="0" dirty="0">
                <a:solidFill>
                  <a:srgbClr val="DADEE3"/>
                </a:solidFill>
                <a:latin typeface="Pretendard Medium" pitchFamily="34" charset="0"/>
                <a:ea typeface="Pretendard Medium" pitchFamily="34" charset="-127"/>
                <a:cs typeface="Pretendard Medium" pitchFamily="34" charset="-120"/>
              </a:rPr>
              <a:t>Dynamo 기반</a:t>
            </a:r>
            <a:endParaRPr lang="en-US" sz="1100" dirty="0"/>
          </a:p>
        </p:txBody>
      </p:sp>
      <p:sp>
        <p:nvSpPr>
          <p:cNvPr id="100" name="자동화 알고리즘 개발"/>
          <p:cNvSpPr txBox="1"/>
          <p:nvPr/>
        </p:nvSpPr>
        <p:spPr>
          <a:xfrm>
            <a:off x="5656601" y="3510657"/>
            <a:ext cx="1183499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altLang="en-US" sz="1100" spc="-28" kern="0" dirty="0">
                <a:solidFill>
                  <a:srgbClr val="DADEE3"/>
                </a:solidFill>
                <a:latin typeface="Pretendard Medium" pitchFamily="34" charset="0"/>
                <a:ea typeface="Pretendard Medium" pitchFamily="34" charset="-127"/>
                <a:cs typeface="Pretendard Medium" pitchFamily="34" charset="-120"/>
              </a:rPr>
              <a:t>자동화 알고리즘 개발</a:t>
            </a:r>
            <a:endParaRPr lang="en-US" sz="1100" dirty="0"/>
          </a:p>
        </p:txBody>
      </p:sp>
      <p:sp>
        <p:nvSpPr>
          <p:cNvPr id="101" name="팀원 A"/>
          <p:cNvSpPr txBox="1"/>
          <p:nvPr/>
        </p:nvSpPr>
        <p:spPr>
          <a:xfrm>
            <a:off x="7312819" y="4062809"/>
            <a:ext cx="449263" cy="1841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altLang="en-US" sz="1200" spc="-24" kern="0" dirty="0">
                <a:solidFill>
                  <a:srgbClr val="0B2147"/>
                </a:solidFill>
                <a:latin typeface="Pretendard ExtraBold" pitchFamily="34" charset="0"/>
                <a:ea typeface="Pretendard ExtraBold" pitchFamily="34" charset="-127"/>
                <a:cs typeface="Pretendard ExtraBold" pitchFamily="34" charset="-120"/>
              </a:rPr>
              <a:t>팀원 A</a:t>
            </a:r>
            <a:endParaRPr lang="en-US" sz="1200" dirty="0"/>
          </a:p>
        </p:txBody>
      </p:sp>
      <p:sp>
        <p:nvSpPr>
          <p:cNvPr id="102" name="유닛 모듈러 설계 ·"/>
          <p:cNvSpPr txBox="1"/>
          <p:nvPr/>
        </p:nvSpPr>
        <p:spPr>
          <a:xfrm>
            <a:off x="6972596" y="4277420"/>
            <a:ext cx="1002709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altLang="en-US" sz="1100" spc="-28" kern="0" dirty="0">
                <a:solidFill>
                  <a:srgbClr val="3D4757"/>
                </a:solidFill>
                <a:latin typeface="Pretendard Medium" pitchFamily="34" charset="0"/>
                <a:ea typeface="Pretendard Medium" pitchFamily="34" charset="-127"/>
                <a:cs typeface="Pretendard Medium" pitchFamily="34" charset="-120"/>
              </a:rPr>
              <a:t>유닛 모듈러 설계 ·</a:t>
            </a:r>
            <a:endParaRPr lang="en-US" sz="1100" dirty="0"/>
          </a:p>
        </p:txBody>
      </p:sp>
      <p:sp>
        <p:nvSpPr>
          <p:cNvPr id="103" name="배치 계획"/>
          <p:cNvSpPr txBox="1"/>
          <p:nvPr/>
        </p:nvSpPr>
        <p:spPr>
          <a:xfrm>
            <a:off x="7198717" y="4452045"/>
            <a:ext cx="550466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altLang="en-US" sz="1100" spc="-28" kern="0" dirty="0">
                <a:solidFill>
                  <a:srgbClr val="3D4757"/>
                </a:solidFill>
                <a:latin typeface="Pretendard Medium" pitchFamily="34" charset="0"/>
                <a:ea typeface="Pretendard Medium" pitchFamily="34" charset="-127"/>
                <a:cs typeface="Pretendard Medium" pitchFamily="34" charset="-120"/>
              </a:rPr>
              <a:t>배치 계획</a:t>
            </a:r>
            <a:endParaRPr lang="en-US" sz="1100" dirty="0"/>
          </a:p>
        </p:txBody>
      </p:sp>
      <p:sp>
        <p:nvSpPr>
          <p:cNvPr id="104" name="팀원 B"/>
          <p:cNvSpPr txBox="1"/>
          <p:nvPr/>
        </p:nvSpPr>
        <p:spPr>
          <a:xfrm>
            <a:off x="6094909" y="4997847"/>
            <a:ext cx="433983" cy="1841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altLang="en-US" sz="1200" spc="-24" kern="0" dirty="0">
                <a:solidFill>
                  <a:srgbClr val="0B2147"/>
                </a:solidFill>
                <a:latin typeface="Pretendard ExtraBold" pitchFamily="34" charset="0"/>
                <a:ea typeface="Pretendard ExtraBold" pitchFamily="34" charset="-127"/>
                <a:cs typeface="Pretendard ExtraBold" pitchFamily="34" charset="-120"/>
              </a:rPr>
              <a:t>팀원 B</a:t>
            </a:r>
            <a:endParaRPr lang="en-US" sz="1200" dirty="0"/>
          </a:p>
        </p:txBody>
      </p:sp>
      <p:sp>
        <p:nvSpPr>
          <p:cNvPr id="105" name="Revit 기반"/>
          <p:cNvSpPr txBox="1"/>
          <p:nvPr/>
        </p:nvSpPr>
        <p:spPr>
          <a:xfrm>
            <a:off x="5940227" y="5212457"/>
            <a:ext cx="616347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altLang="en-US" sz="1100" spc="-28" kern="0" dirty="0">
                <a:solidFill>
                  <a:srgbClr val="3D4757"/>
                </a:solidFill>
                <a:latin typeface="Pretendard Medium" pitchFamily="34" charset="0"/>
                <a:ea typeface="Pretendard Medium" pitchFamily="34" charset="-127"/>
                <a:cs typeface="Pretendard Medium" pitchFamily="34" charset="-120"/>
              </a:rPr>
              <a:t>Revit 기반</a:t>
            </a:r>
            <a:endParaRPr lang="en-US" sz="1100" dirty="0"/>
          </a:p>
        </p:txBody>
      </p:sp>
      <p:sp>
        <p:nvSpPr>
          <p:cNvPr id="106" name="BIM 모델링 ·"/>
          <p:cNvSpPr txBox="1"/>
          <p:nvPr/>
        </p:nvSpPr>
        <p:spPr>
          <a:xfrm>
            <a:off x="5883573" y="5387082"/>
            <a:ext cx="729555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altLang="en-US" sz="1100" spc="-28" kern="0" dirty="0">
                <a:solidFill>
                  <a:srgbClr val="3D4757"/>
                </a:solidFill>
                <a:latin typeface="Pretendard Medium" pitchFamily="34" charset="0"/>
                <a:ea typeface="Pretendard Medium" pitchFamily="34" charset="-127"/>
                <a:cs typeface="Pretendard Medium" pitchFamily="34" charset="-120"/>
              </a:rPr>
              <a:t>BIM 모델링 ·</a:t>
            </a:r>
            <a:endParaRPr lang="en-US" sz="1100" dirty="0"/>
          </a:p>
        </p:txBody>
      </p:sp>
      <p:sp>
        <p:nvSpPr>
          <p:cNvPr id="107" name="모듈러 라이브러리 구축"/>
          <p:cNvSpPr txBox="1"/>
          <p:nvPr/>
        </p:nvSpPr>
        <p:spPr>
          <a:xfrm>
            <a:off x="5594546" y="5561707"/>
            <a:ext cx="1307707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altLang="en-US" sz="1100" spc="-28" kern="0" dirty="0">
                <a:solidFill>
                  <a:srgbClr val="3D4757"/>
                </a:solidFill>
                <a:latin typeface="Pretendard Medium" pitchFamily="34" charset="0"/>
                <a:ea typeface="Pretendard Medium" pitchFamily="34" charset="-127"/>
                <a:cs typeface="Pretendard Medium" pitchFamily="34" charset="-120"/>
              </a:rPr>
              <a:t>모듈러 라이브러리 구축</a:t>
            </a:r>
            <a:endParaRPr lang="en-US" sz="1100" dirty="0"/>
          </a:p>
        </p:txBody>
      </p:sp>
      <p:sp>
        <p:nvSpPr>
          <p:cNvPr id="108" name="팀원 C"/>
          <p:cNvSpPr txBox="1"/>
          <p:nvPr/>
        </p:nvSpPr>
        <p:spPr>
          <a:xfrm>
            <a:off x="4862314" y="3975497"/>
            <a:ext cx="448072" cy="1841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altLang="en-US" sz="1200" spc="-24" kern="0" dirty="0">
                <a:solidFill>
                  <a:srgbClr val="0B2147"/>
                </a:solidFill>
                <a:latin typeface="Pretendard ExtraBold" pitchFamily="34" charset="0"/>
                <a:ea typeface="Pretendard ExtraBold" pitchFamily="34" charset="-127"/>
                <a:cs typeface="Pretendard ExtraBold" pitchFamily="34" charset="-120"/>
              </a:rPr>
              <a:t>팀원 C</a:t>
            </a:r>
            <a:endParaRPr lang="en-US" sz="1200" dirty="0"/>
          </a:p>
        </p:txBody>
      </p:sp>
      <p:sp>
        <p:nvSpPr>
          <p:cNvPr id="109" name="리모델링 적용"/>
          <p:cNvSpPr txBox="1"/>
          <p:nvPr/>
        </p:nvSpPr>
        <p:spPr>
          <a:xfrm>
            <a:off x="4630341" y="4190107"/>
            <a:ext cx="78492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altLang="en-US" sz="1100" spc="-28" kern="0" dirty="0">
                <a:solidFill>
                  <a:srgbClr val="3D4757"/>
                </a:solidFill>
                <a:latin typeface="Pretendard Medium" pitchFamily="34" charset="0"/>
                <a:ea typeface="Pretendard Medium" pitchFamily="34" charset="-127"/>
                <a:cs typeface="Pretendard Medium" pitchFamily="34" charset="-120"/>
              </a:rPr>
              <a:t>리모델링 적용</a:t>
            </a:r>
            <a:endParaRPr lang="en-US" sz="1100" dirty="0"/>
          </a:p>
        </p:txBody>
      </p:sp>
      <p:sp>
        <p:nvSpPr>
          <p:cNvPr id="110" name="시나리오 구성 ·"/>
          <p:cNvSpPr txBox="1"/>
          <p:nvPr/>
        </p:nvSpPr>
        <p:spPr>
          <a:xfrm>
            <a:off x="4598392" y="4364732"/>
            <a:ext cx="848916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altLang="en-US" sz="1100" spc="-28" kern="0" dirty="0">
                <a:solidFill>
                  <a:srgbClr val="3D4757"/>
                </a:solidFill>
                <a:latin typeface="Pretendard Medium" pitchFamily="34" charset="0"/>
                <a:ea typeface="Pretendard Medium" pitchFamily="34" charset="-127"/>
                <a:cs typeface="Pretendard Medium" pitchFamily="34" charset="-120"/>
              </a:rPr>
              <a:t>시나리오 구성 ·</a:t>
            </a:r>
            <a:endParaRPr lang="en-US" sz="1100" dirty="0"/>
          </a:p>
        </p:txBody>
      </p:sp>
      <p:sp>
        <p:nvSpPr>
          <p:cNvPr id="111" name="시연 영상 제작"/>
          <p:cNvSpPr txBox="1"/>
          <p:nvPr/>
        </p:nvSpPr>
        <p:spPr>
          <a:xfrm>
            <a:off x="4615061" y="4539357"/>
            <a:ext cx="815578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altLang="en-US" sz="1100" spc="-28" kern="0" dirty="0">
                <a:solidFill>
                  <a:srgbClr val="3D4757"/>
                </a:solidFill>
                <a:latin typeface="Pretendard Medium" pitchFamily="34" charset="0"/>
                <a:ea typeface="Pretendard Medium" pitchFamily="34" charset="-127"/>
                <a:cs typeface="Pretendard Medium" pitchFamily="34" charset="-120"/>
              </a:rPr>
              <a:t>시연 영상 제작</a:t>
            </a:r>
            <a:endParaRPr lang="en-US" sz="1100" dirty="0"/>
          </a:p>
        </p:txBody>
      </p:sp>
      <p:sp>
        <p:nvSpPr>
          <p:cNvPr id="112" name="이틀마다 진행상황"/>
          <p:cNvSpPr txBox="1"/>
          <p:nvPr/>
        </p:nvSpPr>
        <p:spPr>
          <a:xfrm>
            <a:off x="7302500" y="5084564"/>
            <a:ext cx="937607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1000" b="1" spc="-20" kern="0" dirty="0">
                <a:solidFill>
                  <a:srgbClr val="0B2147"/>
                </a:solidFill>
                <a:latin typeface="Pretendard" pitchFamily="34" charset="0"/>
                <a:ea typeface="Pretendard" pitchFamily="34" charset="-127"/>
                <a:cs typeface="Pretendard" pitchFamily="34" charset="-120"/>
              </a:rPr>
              <a:t>이틀마다 진행상황</a:t>
            </a:r>
            <a:endParaRPr lang="en-US" sz="1000" dirty="0"/>
          </a:p>
        </p:txBody>
      </p:sp>
      <p:sp>
        <p:nvSpPr>
          <p:cNvPr id="113" name="공유 · 피드백"/>
          <p:cNvSpPr txBox="1"/>
          <p:nvPr/>
        </p:nvSpPr>
        <p:spPr>
          <a:xfrm>
            <a:off x="7302500" y="5249664"/>
            <a:ext cx="673695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1000" b="1" spc="-20" kern="0" dirty="0">
                <a:solidFill>
                  <a:srgbClr val="0B2147"/>
                </a:solidFill>
                <a:latin typeface="Pretendard" pitchFamily="34" charset="0"/>
                <a:ea typeface="Pretendard" pitchFamily="34" charset="-127"/>
                <a:cs typeface="Pretendard" pitchFamily="34" charset="-120"/>
              </a:rPr>
              <a:t>공유 · 피드백</a:t>
            </a:r>
            <a:endParaRPr lang="en-US" sz="1000" dirty="0"/>
          </a:p>
        </p:txBody>
      </p:sp>
      <p:sp>
        <p:nvSpPr>
          <p:cNvPr id="114" name="리모델링 앱 개발 아이디어 시연 영상"/>
          <p:cNvSpPr txBox="1"/>
          <p:nvPr/>
        </p:nvSpPr>
        <p:spPr>
          <a:xfrm>
            <a:off x="9210625" y="4017764"/>
            <a:ext cx="185113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1000" spc="-20" kern="0" dirty="0">
                <a:solidFill>
                  <a:srgbClr val="3D4757"/>
                </a:solidFill>
                <a:latin typeface="Pretendard SemiBold" pitchFamily="34" charset="0"/>
                <a:ea typeface="Pretendard SemiBold" pitchFamily="34" charset="-127"/>
                <a:cs typeface="Pretendard SemiBold" pitchFamily="34" charset="-120"/>
              </a:rPr>
              <a:t>리모델링 앱 개발 아이디어 시연 영상</a:t>
            </a:r>
            <a:endParaRPr lang="en-US" sz="1000" dirty="0"/>
          </a:p>
        </p:txBody>
      </p:sp>
      <p:sp>
        <p:nvSpPr>
          <p:cNvPr id="115" name="장려상"/>
          <p:cNvSpPr txBox="1"/>
          <p:nvPr/>
        </p:nvSpPr>
        <p:spPr>
          <a:xfrm>
            <a:off x="9813578" y="4887714"/>
            <a:ext cx="591245" cy="254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1700" spc="-51" kern="0" dirty="0">
                <a:solidFill>
                  <a:srgbClr val="0B2147"/>
                </a:solidFill>
                <a:latin typeface="Pretendard ExtraBold" pitchFamily="34" charset="0"/>
                <a:ea typeface="Pretendard ExtraBold" pitchFamily="34" charset="-127"/>
                <a:cs typeface="Pretendard ExtraBold" pitchFamily="34" charset="-120"/>
              </a:rPr>
              <a:t>장려상</a:t>
            </a:r>
            <a:endParaRPr lang="en-US" sz="1700" dirty="0"/>
          </a:p>
        </p:txBody>
      </p:sp>
      <p:sp>
        <p:nvSpPr>
          <p:cNvPr id="116" name="학생 BIM 경진대회 장려상"/>
          <p:cNvSpPr txBox="1"/>
          <p:nvPr/>
        </p:nvSpPr>
        <p:spPr>
          <a:xfrm>
            <a:off x="9451628" y="5452864"/>
            <a:ext cx="1340205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1000" b="1" spc="-20" kern="0" dirty="0">
                <a:solidFill>
                  <a:srgbClr val="0B2147"/>
                </a:solidFill>
                <a:latin typeface="Pretendard" pitchFamily="34" charset="0"/>
                <a:ea typeface="Pretendard" pitchFamily="34" charset="-127"/>
                <a:cs typeface="Pretendard" pitchFamily="34" charset="-120"/>
              </a:rPr>
              <a:t>학생 BIM 경진대회 장려상</a:t>
            </a:r>
            <a:endParaRPr lang="en-US" sz="1000" dirty="0"/>
          </a:p>
        </p:txBody>
      </p:sp>
      <p:sp>
        <p:nvSpPr>
          <p:cNvPr id="117" name="의견 차이로 출발조차 하지 못했던 팀이, 서로 다른 의견을 조율하며 하나"/>
          <p:cNvSpPr txBox="1"/>
          <p:nvPr/>
        </p:nvSpPr>
        <p:spPr>
          <a:xfrm>
            <a:off x="1409700" y="6019205"/>
            <a:ext cx="883044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1500" b="1" spc="-45" kern="0" dirty="0">
                <a:solidFill>
                  <a:srgbClr val="FFFFFF"/>
                </a:solidFill>
                <a:latin typeface="Pretendard" pitchFamily="34" charset="0"/>
                <a:ea typeface="Pretendard" pitchFamily="34" charset="-127"/>
                <a:cs typeface="Pretendard" pitchFamily="34" charset="-120"/>
              </a:rPr>
              <a:t>의견 차이로 출발조차 하지 못했던 팀이, 서로 다른 의견을 조율하며 </a:t>
            </a:r>
            <a:pPr algn="l" indent="0" marL="0">
              <a:buNone/>
            </a:pPr>
            <a:r>
              <a:rPr lang="ko-KR" altLang="en-US" sz="1500" b="1" spc="-45" kern="0" dirty="0">
                <a:solidFill>
                  <a:srgbClr val="FDBB30"/>
                </a:solidFill>
                <a:latin typeface="Pretendard" pitchFamily="34" charset="0"/>
                <a:ea typeface="Pretendard" pitchFamily="34" charset="-127"/>
                <a:cs typeface="Pretendard" pitchFamily="34" charset="-120"/>
              </a:rPr>
              <a:t>하나의 공동 목표</a:t>
            </a:r>
            <a:pPr algn="l" indent="0" marL="0">
              <a:buNone/>
            </a:pPr>
            <a:r>
              <a:rPr lang="ko-KR" altLang="en-US" sz="1500" b="1" spc="-45" kern="0" dirty="0">
                <a:solidFill>
                  <a:srgbClr val="FFFFFF"/>
                </a:solidFill>
                <a:latin typeface="Pretendard" pitchFamily="34" charset="0"/>
                <a:ea typeface="Pretendard" pitchFamily="34" charset="-127"/>
                <a:cs typeface="Pretendard" pitchFamily="34" charset="-120"/>
              </a:rPr>
              <a:t>를 향해 함께 결과를 만들었습니다.</a:t>
            </a:r>
            <a:endParaRPr lang="en-US" sz="1500" dirty="0"/>
          </a:p>
        </p:txBody>
      </p:sp>
      <p:sp>
        <p:nvSpPr>
          <p:cNvPr id="118" name="2026년 하반기 신입사원 공개채용 | 공사관리 건축 직무 지원자 이현준"/>
          <p:cNvSpPr txBox="1"/>
          <p:nvPr/>
        </p:nvSpPr>
        <p:spPr>
          <a:xfrm>
            <a:off x="609600" y="6425605"/>
            <a:ext cx="3273685" cy="1333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900" spc="-9" kern="0" dirty="0">
                <a:solidFill>
                  <a:srgbClr val="6A7487"/>
                </a:solidFill>
                <a:latin typeface="Pretendard Medium" pitchFamily="34" charset="0"/>
                <a:ea typeface="Pretendard Medium" pitchFamily="34" charset="-127"/>
                <a:cs typeface="Pretendard Medium" pitchFamily="34" charset="-120"/>
              </a:rPr>
              <a:t>2026년 하반기 신입사원 공개채용 | 공사관리 건축 직무 지원자 이현준</a:t>
            </a:r>
            <a:endParaRPr lang="en-US" sz="900" dirty="0"/>
          </a:p>
        </p:txBody>
      </p:sp>
      <p:sp>
        <p:nvSpPr>
          <p:cNvPr id="119" name="01 / 03"/>
          <p:cNvSpPr txBox="1"/>
          <p:nvPr/>
        </p:nvSpPr>
        <p:spPr>
          <a:xfrm>
            <a:off x="11158141" y="6425605"/>
            <a:ext cx="475059" cy="1333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900" spc="54" kern="0" dirty="0">
                <a:solidFill>
                  <a:srgbClr val="004B8D"/>
                </a:solidFill>
                <a:latin typeface="Pretendard ExtraBold" pitchFamily="34" charset="0"/>
                <a:ea typeface="Pretendard ExtraBold" pitchFamily="34" charset="-127"/>
                <a:cs typeface="Pretendard ExtraBold" pitchFamily="34" charset="-120"/>
              </a:rPr>
              <a:t>01</a:t>
            </a:r>
            <a:pPr algn="l" indent="0" marL="0">
              <a:buNone/>
            </a:pPr>
            <a:r>
              <a:rPr lang="ko-KR" altLang="en-US" sz="900" b="1" spc="54" kern="0" dirty="0">
                <a:solidFill>
                  <a:srgbClr val="3D4757"/>
                </a:solidFill>
                <a:latin typeface="Pretendard" pitchFamily="34" charset="0"/>
                <a:ea typeface="Pretendard" pitchFamily="34" charset="-127"/>
                <a:cs typeface="Pretendard" pitchFamily="34" charset="-120"/>
              </a:rPr>
              <a:t> / 03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i"/>
          <p:cNvSpPr/>
          <p:nvPr/>
        </p:nvSpPr>
        <p:spPr>
          <a:xfrm>
            <a:off x="609600" y="475853"/>
            <a:ext cx="63500" cy="63500"/>
          </a:xfrm>
          <a:prstGeom prst="ellipse">
            <a:avLst/>
          </a:prstGeom>
          <a:solidFill>
            <a:srgbClr val="00A94F"/>
          </a:solidFill>
          <a:ln/>
        </p:spPr>
      </p:sp>
      <p:sp>
        <p:nvSpPr>
          <p:cNvPr id="4" name="b"/>
          <p:cNvSpPr/>
          <p:nvPr/>
        </p:nvSpPr>
        <p:spPr>
          <a:xfrm>
            <a:off x="673100" y="501253"/>
            <a:ext cx="88900" cy="12700"/>
          </a:xfrm>
          <a:prstGeom prst="rect">
            <a:avLst/>
          </a:prstGeom>
          <a:solidFill>
            <a:srgbClr val="C3CEDD"/>
          </a:solidFill>
          <a:ln/>
        </p:spPr>
      </p:sp>
      <p:sp>
        <p:nvSpPr>
          <p:cNvPr id="5" name="i"/>
          <p:cNvSpPr/>
          <p:nvPr/>
        </p:nvSpPr>
        <p:spPr>
          <a:xfrm>
            <a:off x="762000" y="475853"/>
            <a:ext cx="63500" cy="63500"/>
          </a:xfrm>
          <a:prstGeom prst="ellipse">
            <a:avLst/>
          </a:prstGeom>
          <a:solidFill>
            <a:srgbClr val="004B8D"/>
          </a:solidFill>
          <a:ln/>
        </p:spPr>
      </p:sp>
      <p:sp>
        <p:nvSpPr>
          <p:cNvPr id="6" name="b"/>
          <p:cNvSpPr/>
          <p:nvPr/>
        </p:nvSpPr>
        <p:spPr>
          <a:xfrm>
            <a:off x="825500" y="501253"/>
            <a:ext cx="88900" cy="12700"/>
          </a:xfrm>
          <a:prstGeom prst="rect">
            <a:avLst/>
          </a:prstGeom>
          <a:solidFill>
            <a:srgbClr val="C3CEDD"/>
          </a:solidFill>
          <a:ln/>
        </p:spPr>
      </p:sp>
      <p:sp>
        <p:nvSpPr>
          <p:cNvPr id="7" name="i"/>
          <p:cNvSpPr/>
          <p:nvPr/>
        </p:nvSpPr>
        <p:spPr>
          <a:xfrm>
            <a:off x="914400" y="475853"/>
            <a:ext cx="63500" cy="63500"/>
          </a:xfrm>
          <a:prstGeom prst="ellipse">
            <a:avLst/>
          </a:prstGeom>
          <a:solidFill>
            <a:srgbClr val="FDBB30"/>
          </a:solidFill>
          <a:ln/>
        </p:spPr>
      </p:sp>
      <p:pic>
        <p:nvPicPr>
          <p:cNvPr id="8" name="img" descr="im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053935" y="415462"/>
            <a:ext cx="1526117" cy="268817"/>
          </a:xfrm>
          <a:prstGeom prst="rect">
            <a:avLst/>
          </a:prstGeom>
        </p:spPr>
      </p:pic>
      <p:pic>
        <p:nvPicPr>
          <p:cNvPr id="9" name="p2-tag" descr="p2-ta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88657" y="1904603"/>
            <a:ext cx="152400" cy="12700"/>
          </a:xfrm>
          <a:prstGeom prst="rect">
            <a:avLst/>
          </a:prstGeom>
        </p:spPr>
      </p:pic>
      <p:sp>
        <p:nvSpPr>
          <p:cNvPr id="10" name="dot people"/>
          <p:cNvSpPr/>
          <p:nvPr/>
        </p:nvSpPr>
        <p:spPr>
          <a:xfrm>
            <a:off x="2025948" y="2252464"/>
            <a:ext cx="88900" cy="88900"/>
          </a:xfrm>
          <a:prstGeom prst="ellipse">
            <a:avLst/>
          </a:prstGeom>
          <a:solidFill>
            <a:srgbClr val="00A94F"/>
          </a:solidFill>
          <a:ln/>
        </p:spPr>
      </p:sp>
      <p:pic>
        <p:nvPicPr>
          <p:cNvPr id="11" name="p2-def" descr="p2-def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37214" y="2115476"/>
            <a:ext cx="12700" cy="368300"/>
          </a:xfrm>
          <a:prstGeom prst="rect">
            <a:avLst/>
          </a:prstGeom>
        </p:spPr>
      </p:pic>
      <p:pic>
        <p:nvPicPr>
          <p:cNvPr id="12" name="p2-svg" descr="p2-sv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543050" y="2673681"/>
            <a:ext cx="3213100" cy="1744133"/>
          </a:xfrm>
          <a:prstGeom prst="rect">
            <a:avLst/>
          </a:prstGeom>
        </p:spPr>
      </p:pic>
      <p:sp>
        <p:nvSpPr>
          <p:cNvPr id="13" name="p2-n p2-chip g"/>
          <p:cNvSpPr/>
          <p:nvPr/>
        </p:nvSpPr>
        <p:spPr>
          <a:xfrm>
            <a:off x="2883595" y="2560439"/>
            <a:ext cx="532011" cy="23495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6350">
            <a:solidFill>
              <a:srgbClr val="C3CEDD"/>
            </a:solidFill>
            <a:prstDash val="solid"/>
          </a:ln>
        </p:spPr>
      </p:sp>
      <p:sp>
        <p:nvSpPr>
          <p:cNvPr id="14" name="dot people"/>
          <p:cNvSpPr/>
          <p:nvPr/>
        </p:nvSpPr>
        <p:spPr>
          <a:xfrm>
            <a:off x="2988370" y="2649339"/>
            <a:ext cx="57150" cy="57150"/>
          </a:xfrm>
          <a:prstGeom prst="ellipse">
            <a:avLst/>
          </a:prstGeom>
          <a:solidFill>
            <a:srgbClr val="00A94F"/>
          </a:solidFill>
          <a:ln/>
        </p:spPr>
      </p:sp>
      <p:sp>
        <p:nvSpPr>
          <p:cNvPr id="15" name="p2-n p2-chip g"/>
          <p:cNvSpPr/>
          <p:nvPr/>
        </p:nvSpPr>
        <p:spPr>
          <a:xfrm>
            <a:off x="4405610" y="3008114"/>
            <a:ext cx="532011" cy="23495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6350">
            <a:solidFill>
              <a:srgbClr val="C3CEDD"/>
            </a:solidFill>
            <a:prstDash val="solid"/>
          </a:ln>
        </p:spPr>
      </p:sp>
      <p:sp>
        <p:nvSpPr>
          <p:cNvPr id="16" name="dot people"/>
          <p:cNvSpPr/>
          <p:nvPr/>
        </p:nvSpPr>
        <p:spPr>
          <a:xfrm>
            <a:off x="4510385" y="3097014"/>
            <a:ext cx="57150" cy="57150"/>
          </a:xfrm>
          <a:prstGeom prst="ellipse">
            <a:avLst/>
          </a:prstGeom>
          <a:solidFill>
            <a:srgbClr val="00A94F"/>
          </a:solidFill>
          <a:ln/>
        </p:spPr>
      </p:sp>
      <p:sp>
        <p:nvSpPr>
          <p:cNvPr id="17" name="p2-n p2-chip g"/>
          <p:cNvSpPr/>
          <p:nvPr/>
        </p:nvSpPr>
        <p:spPr>
          <a:xfrm>
            <a:off x="3716784" y="3732014"/>
            <a:ext cx="746423" cy="23495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6350">
            <a:solidFill>
              <a:srgbClr val="C3CEDD"/>
            </a:solidFill>
            <a:prstDash val="solid"/>
          </a:ln>
        </p:spPr>
      </p:sp>
      <p:sp>
        <p:nvSpPr>
          <p:cNvPr id="18" name="dot people"/>
          <p:cNvSpPr/>
          <p:nvPr/>
        </p:nvSpPr>
        <p:spPr>
          <a:xfrm>
            <a:off x="3821559" y="3820914"/>
            <a:ext cx="57150" cy="57150"/>
          </a:xfrm>
          <a:prstGeom prst="ellipse">
            <a:avLst/>
          </a:prstGeom>
          <a:solidFill>
            <a:srgbClr val="00A94F"/>
          </a:solidFill>
          <a:ln/>
        </p:spPr>
      </p:sp>
      <p:sp>
        <p:nvSpPr>
          <p:cNvPr id="19" name="p2-n p2-chip g"/>
          <p:cNvSpPr/>
          <p:nvPr/>
        </p:nvSpPr>
        <p:spPr>
          <a:xfrm>
            <a:off x="1889522" y="3732014"/>
            <a:ext cx="639167" cy="23495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6350">
            <a:solidFill>
              <a:srgbClr val="C3CEDD"/>
            </a:solidFill>
            <a:prstDash val="solid"/>
          </a:ln>
        </p:spPr>
      </p:sp>
      <p:sp>
        <p:nvSpPr>
          <p:cNvPr id="20" name="dot people"/>
          <p:cNvSpPr/>
          <p:nvPr/>
        </p:nvSpPr>
        <p:spPr>
          <a:xfrm>
            <a:off x="1994297" y="3820914"/>
            <a:ext cx="57150" cy="57150"/>
          </a:xfrm>
          <a:prstGeom prst="ellipse">
            <a:avLst/>
          </a:prstGeom>
          <a:solidFill>
            <a:srgbClr val="00A94F"/>
          </a:solidFill>
          <a:ln/>
        </p:spPr>
      </p:sp>
      <p:sp>
        <p:nvSpPr>
          <p:cNvPr id="21" name="p2-n p2-chip g"/>
          <p:cNvSpPr/>
          <p:nvPr/>
        </p:nvSpPr>
        <p:spPr>
          <a:xfrm>
            <a:off x="1254274" y="3008114"/>
            <a:ext cx="746423" cy="23495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6350">
            <a:solidFill>
              <a:srgbClr val="C3CEDD"/>
            </a:solidFill>
            <a:prstDash val="solid"/>
          </a:ln>
        </p:spPr>
      </p:sp>
      <p:sp>
        <p:nvSpPr>
          <p:cNvPr id="22" name="dot people"/>
          <p:cNvSpPr/>
          <p:nvPr/>
        </p:nvSpPr>
        <p:spPr>
          <a:xfrm>
            <a:off x="1359049" y="3097014"/>
            <a:ext cx="57150" cy="57150"/>
          </a:xfrm>
          <a:prstGeom prst="ellipse">
            <a:avLst/>
          </a:prstGeom>
          <a:solidFill>
            <a:srgbClr val="00A94F"/>
          </a:solidFill>
          <a:ln/>
        </p:spPr>
      </p:sp>
      <p:pic>
        <p:nvPicPr>
          <p:cNvPr id="23" name="p2-n ring p2-core g" descr="p2-n ring p2-core 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743200" y="2921331"/>
            <a:ext cx="812800" cy="812800"/>
          </a:xfrm>
          <a:prstGeom prst="rect">
            <a:avLst/>
          </a:prstGeom>
        </p:spPr>
      </p:pic>
      <p:sp>
        <p:nvSpPr>
          <p:cNvPr id="24" name="p2-card"/>
          <p:cNvSpPr/>
          <p:nvPr/>
        </p:nvSpPr>
        <p:spPr>
          <a:xfrm>
            <a:off x="612775" y="4420989"/>
            <a:ext cx="5073650" cy="1022350"/>
          </a:xfrm>
          <a:prstGeom prst="roundRect">
            <a:avLst>
              <a:gd name="adj" fmla="val 13354"/>
            </a:avLst>
          </a:prstGeom>
          <a:solidFill>
            <a:srgbClr val="FFFFFF"/>
          </a:solidFill>
          <a:ln w="6350">
            <a:solidFill>
              <a:srgbClr val="8CD8B0"/>
            </a:solidFill>
            <a:prstDash val="solid"/>
          </a:ln>
        </p:spPr>
      </p:sp>
      <p:sp>
        <p:nvSpPr>
          <p:cNvPr id="25" name="p2-pill"/>
          <p:cNvSpPr/>
          <p:nvPr/>
        </p:nvSpPr>
        <p:spPr>
          <a:xfrm>
            <a:off x="796925" y="4825802"/>
            <a:ext cx="645517" cy="23495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6350">
            <a:solidFill>
              <a:srgbClr val="C3CEDD"/>
            </a:solidFill>
            <a:prstDash val="solid"/>
          </a:ln>
        </p:spPr>
      </p:sp>
      <p:sp>
        <p:nvSpPr>
          <p:cNvPr id="26" name="dot people"/>
          <p:cNvSpPr/>
          <p:nvPr/>
        </p:nvSpPr>
        <p:spPr>
          <a:xfrm>
            <a:off x="901700" y="4914702"/>
            <a:ext cx="57150" cy="57150"/>
          </a:xfrm>
          <a:prstGeom prst="ellipse">
            <a:avLst/>
          </a:prstGeom>
          <a:solidFill>
            <a:srgbClr val="00A94F"/>
          </a:solidFill>
          <a:ln/>
        </p:spPr>
      </p:sp>
      <p:sp>
        <p:nvSpPr>
          <p:cNvPr id="27" name="p2-pill"/>
          <p:cNvSpPr/>
          <p:nvPr/>
        </p:nvSpPr>
        <p:spPr>
          <a:xfrm>
            <a:off x="1802805" y="4825802"/>
            <a:ext cx="886718" cy="23495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6350">
            <a:solidFill>
              <a:srgbClr val="C3CEDD"/>
            </a:solidFill>
            <a:prstDash val="solid"/>
          </a:ln>
        </p:spPr>
      </p:sp>
      <p:sp>
        <p:nvSpPr>
          <p:cNvPr id="28" name="dot people"/>
          <p:cNvSpPr/>
          <p:nvPr/>
        </p:nvSpPr>
        <p:spPr>
          <a:xfrm>
            <a:off x="1907580" y="4914702"/>
            <a:ext cx="57150" cy="57150"/>
          </a:xfrm>
          <a:prstGeom prst="ellipse">
            <a:avLst/>
          </a:prstGeom>
          <a:solidFill>
            <a:srgbClr val="00A94F"/>
          </a:solidFill>
          <a:ln/>
        </p:spPr>
      </p:sp>
      <p:pic>
        <p:nvPicPr>
          <p:cNvPr id="29" name="p2-to" descr="p2-to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870498" y="4515181"/>
            <a:ext cx="6350" cy="838200"/>
          </a:xfrm>
          <a:prstGeom prst="rect">
            <a:avLst/>
          </a:prstGeom>
        </p:spPr>
      </p:pic>
      <p:sp>
        <p:nvSpPr>
          <p:cNvPr id="30" name="p2-ic"/>
          <p:cNvSpPr/>
          <p:nvPr/>
        </p:nvSpPr>
        <p:spPr>
          <a:xfrm>
            <a:off x="3054648" y="4843264"/>
            <a:ext cx="177800" cy="177800"/>
          </a:xfrm>
          <a:prstGeom prst="ellipse">
            <a:avLst/>
          </a:prstGeom>
          <a:solidFill>
            <a:srgbClr val="00A94F"/>
          </a:solidFill>
          <a:ln/>
        </p:spPr>
      </p:sp>
      <p:pic>
        <p:nvPicPr>
          <p:cNvPr id="31" name="p2-arr" descr="p2-arr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108623" y="4897239"/>
            <a:ext cx="76200" cy="65617"/>
          </a:xfrm>
          <a:prstGeom prst="rect">
            <a:avLst/>
          </a:prstGeom>
        </p:spPr>
      </p:pic>
      <p:sp>
        <p:nvSpPr>
          <p:cNvPr id="32" name="p2-op p2-plus"/>
          <p:cNvSpPr/>
          <p:nvPr/>
        </p:nvSpPr>
        <p:spPr>
          <a:xfrm>
            <a:off x="5937250" y="3154164"/>
            <a:ext cx="317500" cy="3175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C3CEDD"/>
            </a:solidFill>
            <a:prstDash val="solid"/>
          </a:ln>
        </p:spPr>
      </p:sp>
      <p:pic>
        <p:nvPicPr>
          <p:cNvPr id="33" name="svg" descr="sv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030383" y="3249414"/>
            <a:ext cx="131233" cy="131233"/>
          </a:xfrm>
          <a:prstGeom prst="rect">
            <a:avLst/>
          </a:prstGeom>
        </p:spPr>
      </p:pic>
      <p:sp>
        <p:nvSpPr>
          <p:cNvPr id="34" name="dot tech"/>
          <p:cNvSpPr/>
          <p:nvPr/>
        </p:nvSpPr>
        <p:spPr>
          <a:xfrm>
            <a:off x="7754541" y="2252464"/>
            <a:ext cx="88900" cy="88900"/>
          </a:xfrm>
          <a:prstGeom prst="ellipse">
            <a:avLst/>
          </a:prstGeom>
          <a:solidFill>
            <a:srgbClr val="004B8D"/>
          </a:solidFill>
          <a:ln/>
        </p:spPr>
      </p:sp>
      <p:pic>
        <p:nvPicPr>
          <p:cNvPr id="35" name="p2-def" descr="p2-def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8470040" y="2115476"/>
            <a:ext cx="12700" cy="368300"/>
          </a:xfrm>
          <a:prstGeom prst="rect">
            <a:avLst/>
          </a:prstGeom>
        </p:spPr>
      </p:pic>
      <p:pic>
        <p:nvPicPr>
          <p:cNvPr id="36" name="p2-svg" descr="p2-sv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7186083" y="2703314"/>
            <a:ext cx="3712633" cy="1714500"/>
          </a:xfrm>
          <a:prstGeom prst="rect">
            <a:avLst/>
          </a:prstGeom>
        </p:spPr>
      </p:pic>
      <p:sp>
        <p:nvSpPr>
          <p:cNvPr id="37" name="p2-n p2-chip b"/>
          <p:cNvSpPr/>
          <p:nvPr/>
        </p:nvSpPr>
        <p:spPr>
          <a:xfrm>
            <a:off x="7026275" y="2763639"/>
            <a:ext cx="1416050" cy="23495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6350">
            <a:solidFill>
              <a:srgbClr val="C3CEDD"/>
            </a:solidFill>
            <a:prstDash val="solid"/>
          </a:ln>
        </p:spPr>
      </p:sp>
      <p:sp>
        <p:nvSpPr>
          <p:cNvPr id="38" name="dot tech"/>
          <p:cNvSpPr/>
          <p:nvPr/>
        </p:nvSpPr>
        <p:spPr>
          <a:xfrm>
            <a:off x="7291685" y="2852539"/>
            <a:ext cx="57150" cy="57150"/>
          </a:xfrm>
          <a:prstGeom prst="ellipse">
            <a:avLst/>
          </a:prstGeom>
          <a:solidFill>
            <a:srgbClr val="004B8D"/>
          </a:solidFill>
          <a:ln/>
        </p:spPr>
      </p:sp>
      <p:sp>
        <p:nvSpPr>
          <p:cNvPr id="39" name="p2-n p2-chip b"/>
          <p:cNvSpPr/>
          <p:nvPr/>
        </p:nvSpPr>
        <p:spPr>
          <a:xfrm>
            <a:off x="9642475" y="2763639"/>
            <a:ext cx="1416050" cy="23495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6350">
            <a:solidFill>
              <a:srgbClr val="C3CEDD"/>
            </a:solidFill>
            <a:prstDash val="solid"/>
          </a:ln>
        </p:spPr>
      </p:sp>
      <p:sp>
        <p:nvSpPr>
          <p:cNvPr id="40" name="dot tech"/>
          <p:cNvSpPr/>
          <p:nvPr/>
        </p:nvSpPr>
        <p:spPr>
          <a:xfrm>
            <a:off x="9882584" y="2852539"/>
            <a:ext cx="57150" cy="57150"/>
          </a:xfrm>
          <a:prstGeom prst="ellipse">
            <a:avLst/>
          </a:prstGeom>
          <a:solidFill>
            <a:srgbClr val="004B8D"/>
          </a:solidFill>
          <a:ln/>
        </p:spPr>
      </p:sp>
      <p:sp>
        <p:nvSpPr>
          <p:cNvPr id="41" name="p2-n p2-chip b"/>
          <p:cNvSpPr/>
          <p:nvPr/>
        </p:nvSpPr>
        <p:spPr>
          <a:xfrm>
            <a:off x="7026275" y="3601839"/>
            <a:ext cx="1416050" cy="23495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6350">
            <a:solidFill>
              <a:srgbClr val="C3CEDD"/>
            </a:solidFill>
            <a:prstDash val="solid"/>
          </a:ln>
        </p:spPr>
      </p:sp>
      <p:sp>
        <p:nvSpPr>
          <p:cNvPr id="42" name="dot tech"/>
          <p:cNvSpPr/>
          <p:nvPr/>
        </p:nvSpPr>
        <p:spPr>
          <a:xfrm>
            <a:off x="7224613" y="3690739"/>
            <a:ext cx="57150" cy="57150"/>
          </a:xfrm>
          <a:prstGeom prst="ellipse">
            <a:avLst/>
          </a:prstGeom>
          <a:solidFill>
            <a:srgbClr val="004B8D"/>
          </a:solidFill>
          <a:ln/>
        </p:spPr>
      </p:sp>
      <p:sp>
        <p:nvSpPr>
          <p:cNvPr id="43" name="p2-n p2-chip b"/>
          <p:cNvSpPr/>
          <p:nvPr/>
        </p:nvSpPr>
        <p:spPr>
          <a:xfrm>
            <a:off x="9642475" y="3601839"/>
            <a:ext cx="1416050" cy="23495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6350">
            <a:solidFill>
              <a:srgbClr val="C3CEDD"/>
            </a:solidFill>
            <a:prstDash val="solid"/>
          </a:ln>
        </p:spPr>
      </p:sp>
      <p:sp>
        <p:nvSpPr>
          <p:cNvPr id="44" name="dot tech"/>
          <p:cNvSpPr/>
          <p:nvPr/>
        </p:nvSpPr>
        <p:spPr>
          <a:xfrm>
            <a:off x="9907885" y="3690739"/>
            <a:ext cx="57150" cy="57150"/>
          </a:xfrm>
          <a:prstGeom prst="ellipse">
            <a:avLst/>
          </a:prstGeom>
          <a:solidFill>
            <a:srgbClr val="004B8D"/>
          </a:solidFill>
          <a:ln/>
        </p:spPr>
      </p:sp>
      <p:pic>
        <p:nvPicPr>
          <p:cNvPr id="45" name="p2-n ring p2-core b" descr="p2-n ring p2-core b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8636000" y="2895931"/>
            <a:ext cx="812800" cy="812800"/>
          </a:xfrm>
          <a:prstGeom prst="rect">
            <a:avLst/>
          </a:prstGeom>
        </p:spPr>
      </p:pic>
      <p:sp>
        <p:nvSpPr>
          <p:cNvPr id="46" name="p2-card"/>
          <p:cNvSpPr/>
          <p:nvPr/>
        </p:nvSpPr>
        <p:spPr>
          <a:xfrm>
            <a:off x="6505575" y="4420989"/>
            <a:ext cx="5073650" cy="1022350"/>
          </a:xfrm>
          <a:prstGeom prst="roundRect">
            <a:avLst>
              <a:gd name="adj" fmla="val 13354"/>
            </a:avLst>
          </a:prstGeom>
          <a:solidFill>
            <a:srgbClr val="FFFFFF"/>
          </a:solidFill>
          <a:ln w="6350">
            <a:solidFill>
              <a:srgbClr val="99B7D1"/>
            </a:solidFill>
            <a:prstDash val="solid"/>
          </a:ln>
        </p:spPr>
      </p:sp>
      <p:sp>
        <p:nvSpPr>
          <p:cNvPr id="47" name="p2-pill"/>
          <p:cNvSpPr/>
          <p:nvPr/>
        </p:nvSpPr>
        <p:spPr>
          <a:xfrm>
            <a:off x="6689725" y="4803577"/>
            <a:ext cx="1150838" cy="23495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6350">
            <a:solidFill>
              <a:srgbClr val="C3CEDD"/>
            </a:solidFill>
            <a:prstDash val="solid"/>
          </a:ln>
        </p:spPr>
      </p:sp>
      <p:sp>
        <p:nvSpPr>
          <p:cNvPr id="48" name="dot tech"/>
          <p:cNvSpPr/>
          <p:nvPr/>
        </p:nvSpPr>
        <p:spPr>
          <a:xfrm>
            <a:off x="6794500" y="4892477"/>
            <a:ext cx="57150" cy="57150"/>
          </a:xfrm>
          <a:prstGeom prst="ellipse">
            <a:avLst/>
          </a:prstGeom>
          <a:solidFill>
            <a:srgbClr val="004B8D"/>
          </a:solidFill>
          <a:ln/>
        </p:spPr>
      </p:sp>
      <p:sp>
        <p:nvSpPr>
          <p:cNvPr id="49" name="p2-pill"/>
          <p:cNvSpPr/>
          <p:nvPr/>
        </p:nvSpPr>
        <p:spPr>
          <a:xfrm>
            <a:off x="7897713" y="4803577"/>
            <a:ext cx="993973" cy="23495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6350">
            <a:solidFill>
              <a:srgbClr val="C3CEDD"/>
            </a:solidFill>
            <a:prstDash val="solid"/>
          </a:ln>
        </p:spPr>
      </p:sp>
      <p:sp>
        <p:nvSpPr>
          <p:cNvPr id="50" name="dot tech"/>
          <p:cNvSpPr/>
          <p:nvPr/>
        </p:nvSpPr>
        <p:spPr>
          <a:xfrm>
            <a:off x="8002488" y="4892477"/>
            <a:ext cx="57150" cy="57150"/>
          </a:xfrm>
          <a:prstGeom prst="ellipse">
            <a:avLst/>
          </a:prstGeom>
          <a:solidFill>
            <a:srgbClr val="004B8D"/>
          </a:solidFill>
          <a:ln/>
        </p:spPr>
      </p:sp>
      <p:sp>
        <p:nvSpPr>
          <p:cNvPr id="51" name="p2-pill"/>
          <p:cNvSpPr/>
          <p:nvPr/>
        </p:nvSpPr>
        <p:spPr>
          <a:xfrm>
            <a:off x="6689725" y="5095677"/>
            <a:ext cx="1150838" cy="23495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6350">
            <a:solidFill>
              <a:srgbClr val="C3CEDD"/>
            </a:solidFill>
            <a:prstDash val="solid"/>
          </a:ln>
        </p:spPr>
      </p:sp>
      <p:sp>
        <p:nvSpPr>
          <p:cNvPr id="52" name="dot tech"/>
          <p:cNvSpPr/>
          <p:nvPr/>
        </p:nvSpPr>
        <p:spPr>
          <a:xfrm>
            <a:off x="6794500" y="5184577"/>
            <a:ext cx="57150" cy="57150"/>
          </a:xfrm>
          <a:prstGeom prst="ellipse">
            <a:avLst/>
          </a:prstGeom>
          <a:solidFill>
            <a:srgbClr val="004B8D"/>
          </a:solidFill>
          <a:ln/>
        </p:spPr>
      </p:sp>
      <p:sp>
        <p:nvSpPr>
          <p:cNvPr id="53" name="p2-pill"/>
          <p:cNvSpPr/>
          <p:nvPr/>
        </p:nvSpPr>
        <p:spPr>
          <a:xfrm>
            <a:off x="7897713" y="5095677"/>
            <a:ext cx="993973" cy="23495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6350">
            <a:solidFill>
              <a:srgbClr val="C3CEDD"/>
            </a:solidFill>
            <a:prstDash val="solid"/>
          </a:ln>
        </p:spPr>
      </p:sp>
      <p:sp>
        <p:nvSpPr>
          <p:cNvPr id="54" name="dot tech"/>
          <p:cNvSpPr/>
          <p:nvPr/>
        </p:nvSpPr>
        <p:spPr>
          <a:xfrm>
            <a:off x="8002488" y="5184577"/>
            <a:ext cx="57150" cy="57150"/>
          </a:xfrm>
          <a:prstGeom prst="ellipse">
            <a:avLst/>
          </a:prstGeom>
          <a:solidFill>
            <a:srgbClr val="004B8D"/>
          </a:solidFill>
          <a:ln/>
        </p:spPr>
      </p:sp>
      <p:pic>
        <p:nvPicPr>
          <p:cNvPr id="55" name="p2-to" descr="p2-to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9074778" y="4515181"/>
            <a:ext cx="6350" cy="838200"/>
          </a:xfrm>
          <a:prstGeom prst="rect">
            <a:avLst/>
          </a:prstGeom>
        </p:spPr>
      </p:pic>
      <p:sp>
        <p:nvSpPr>
          <p:cNvPr id="56" name="p2-ic"/>
          <p:cNvSpPr/>
          <p:nvPr/>
        </p:nvSpPr>
        <p:spPr>
          <a:xfrm>
            <a:off x="9256812" y="4843264"/>
            <a:ext cx="177800" cy="177800"/>
          </a:xfrm>
          <a:prstGeom prst="ellipse">
            <a:avLst/>
          </a:prstGeom>
          <a:solidFill>
            <a:srgbClr val="004B8D"/>
          </a:solidFill>
          <a:ln/>
        </p:spPr>
      </p:sp>
      <p:pic>
        <p:nvPicPr>
          <p:cNvPr id="57" name="p2-arr" descr="p2-arr">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9306553" y="4897239"/>
            <a:ext cx="76200" cy="65617"/>
          </a:xfrm>
          <a:prstGeom prst="rect">
            <a:avLst/>
          </a:prstGeom>
        </p:spPr>
      </p:pic>
      <p:pic>
        <p:nvPicPr>
          <p:cNvPr id="58" name="p2-tag en" descr="p2-tag en">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5309559" y="4235053"/>
            <a:ext cx="152400" cy="12700"/>
          </a:xfrm>
          <a:prstGeom prst="rect">
            <a:avLst/>
          </a:prstGeom>
        </p:spPr>
      </p:pic>
      <p:pic>
        <p:nvPicPr>
          <p:cNvPr id="59" name="p2-conv" descr="p2-conv">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3143250" y="5442281"/>
            <a:ext cx="5905500" cy="381000"/>
          </a:xfrm>
          <a:prstGeom prst="rect">
            <a:avLst/>
          </a:prstGeom>
        </p:spPr>
      </p:pic>
      <p:sp>
        <p:nvSpPr>
          <p:cNvPr id="60" name="p2-op p2-eq"/>
          <p:cNvSpPr/>
          <p:nvPr/>
        </p:nvSpPr>
        <p:spPr>
          <a:xfrm>
            <a:off x="5988050" y="5529064"/>
            <a:ext cx="215900" cy="2159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2A78DD"/>
            </a:solidFill>
            <a:prstDash val="solid"/>
          </a:ln>
        </p:spPr>
      </p:sp>
      <p:pic>
        <p:nvPicPr>
          <p:cNvPr id="61" name="svg" descr="svg">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6043083" y="5611614"/>
            <a:ext cx="105833" cy="55033"/>
          </a:xfrm>
          <a:prstGeom prst="rect">
            <a:avLst/>
          </a:prstGeom>
        </p:spPr>
      </p:pic>
      <p:sp>
        <p:nvSpPr>
          <p:cNvPr id="62" name="key"/>
          <p:cNvSpPr/>
          <p:nvPr/>
        </p:nvSpPr>
        <p:spPr>
          <a:xfrm>
            <a:off x="609600" y="5814814"/>
            <a:ext cx="10972800" cy="482600"/>
          </a:xfrm>
          <a:prstGeom prst="roundRect">
            <a:avLst>
              <a:gd name="adj" fmla="val 28947"/>
            </a:avLst>
          </a:prstGeom>
          <a:solidFill>
            <a:srgbClr val="0B2147"/>
          </a:solidFill>
          <a:ln/>
        </p:spPr>
      </p:sp>
      <p:sp>
        <p:nvSpPr>
          <p:cNvPr id="63" name="i"/>
          <p:cNvSpPr/>
          <p:nvPr/>
        </p:nvSpPr>
        <p:spPr>
          <a:xfrm>
            <a:off x="863600" y="6024364"/>
            <a:ext cx="63500" cy="63500"/>
          </a:xfrm>
          <a:prstGeom prst="ellipse">
            <a:avLst/>
          </a:prstGeom>
          <a:solidFill>
            <a:srgbClr val="00A94F"/>
          </a:solidFill>
          <a:ln/>
        </p:spPr>
      </p:sp>
      <p:sp>
        <p:nvSpPr>
          <p:cNvPr id="64" name="b"/>
          <p:cNvSpPr/>
          <p:nvPr/>
        </p:nvSpPr>
        <p:spPr>
          <a:xfrm>
            <a:off x="927100" y="6049764"/>
            <a:ext cx="88900" cy="12700"/>
          </a:xfrm>
          <a:prstGeom prst="rect">
            <a:avLst/>
          </a:prstGeom>
          <a:solidFill>
            <a:srgbClr val="C3CEDD"/>
          </a:solidFill>
          <a:ln/>
        </p:spPr>
      </p:sp>
      <p:sp>
        <p:nvSpPr>
          <p:cNvPr id="65" name="i"/>
          <p:cNvSpPr/>
          <p:nvPr/>
        </p:nvSpPr>
        <p:spPr>
          <a:xfrm>
            <a:off x="1016000" y="6024364"/>
            <a:ext cx="63500" cy="63500"/>
          </a:xfrm>
          <a:prstGeom prst="ellipse">
            <a:avLst/>
          </a:prstGeom>
          <a:solidFill>
            <a:srgbClr val="004B8D"/>
          </a:solidFill>
          <a:ln/>
        </p:spPr>
      </p:sp>
      <p:sp>
        <p:nvSpPr>
          <p:cNvPr id="66" name="b"/>
          <p:cNvSpPr/>
          <p:nvPr/>
        </p:nvSpPr>
        <p:spPr>
          <a:xfrm>
            <a:off x="1079500" y="6049764"/>
            <a:ext cx="88900" cy="12700"/>
          </a:xfrm>
          <a:prstGeom prst="rect">
            <a:avLst/>
          </a:prstGeom>
          <a:solidFill>
            <a:srgbClr val="C3CEDD"/>
          </a:solidFill>
          <a:ln/>
        </p:spPr>
      </p:sp>
      <p:sp>
        <p:nvSpPr>
          <p:cNvPr id="67" name="i"/>
          <p:cNvSpPr/>
          <p:nvPr/>
        </p:nvSpPr>
        <p:spPr>
          <a:xfrm>
            <a:off x="1168400" y="6024364"/>
            <a:ext cx="63500" cy="63500"/>
          </a:xfrm>
          <a:prstGeom prst="ellipse">
            <a:avLst/>
          </a:prstGeom>
          <a:solidFill>
            <a:srgbClr val="FDBB30"/>
          </a:solidFill>
          <a:ln/>
        </p:spPr>
      </p:sp>
      <p:sp>
        <p:nvSpPr>
          <p:cNvPr id="68" name="02"/>
          <p:cNvSpPr txBox="1"/>
          <p:nvPr/>
        </p:nvSpPr>
        <p:spPr>
          <a:xfrm>
            <a:off x="1066800" y="419100"/>
            <a:ext cx="238026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1100" spc="22" kern="0" dirty="0">
                <a:solidFill>
                  <a:srgbClr val="004B8D"/>
                </a:solidFill>
                <a:latin typeface="Pretendard ExtraBold" pitchFamily="34" charset="0"/>
                <a:ea typeface="Pretendard ExtraBold" pitchFamily="34" charset="-127"/>
                <a:cs typeface="Pretendard ExtraBold" pitchFamily="34" charset="-120"/>
              </a:rPr>
              <a:t>02</a:t>
            </a:r>
            <a:endParaRPr lang="en-US" sz="1100" dirty="0"/>
          </a:p>
        </p:txBody>
      </p:sp>
      <p:sp>
        <p:nvSpPr>
          <p:cNvPr id="69" name="PT 주제 2. 가치관과 핵심키워드의 연결점 &amp; 입사 후 실천"/>
          <p:cNvSpPr txBox="1"/>
          <p:nvPr/>
        </p:nvSpPr>
        <p:spPr>
          <a:xfrm>
            <a:off x="1342926" y="419100"/>
            <a:ext cx="323088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1100" spc="-11" kern="0" dirty="0">
                <a:solidFill>
                  <a:srgbClr val="6A7487"/>
                </a:solidFill>
                <a:latin typeface="Pretendard SemiBold" pitchFamily="34" charset="0"/>
                <a:ea typeface="Pretendard SemiBold" pitchFamily="34" charset="-127"/>
                <a:cs typeface="Pretendard SemiBold" pitchFamily="34" charset="-120"/>
              </a:rPr>
              <a:t>PT 주제 2. 가치관과 핵심키워드의 연결점 &amp; 입사 후 실천</a:t>
            </a:r>
            <a:endParaRPr lang="en-US" sz="1100" dirty="0"/>
          </a:p>
        </p:txBody>
      </p:sp>
      <p:sp>
        <p:nvSpPr>
          <p:cNvPr id="70" name="제가 중요하게 생각하는 ‘협업’의 가치는"/>
          <p:cNvSpPr txBox="1"/>
          <p:nvPr/>
        </p:nvSpPr>
        <p:spPr>
          <a:xfrm>
            <a:off x="609600" y="774005"/>
            <a:ext cx="3195437" cy="2413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1600" spc="-32" kern="0" dirty="0">
                <a:solidFill>
                  <a:srgbClr val="3D4757"/>
                </a:solidFill>
                <a:latin typeface="Pretendard SemiBold" pitchFamily="34" charset="0"/>
                <a:ea typeface="Pretendard SemiBold" pitchFamily="34" charset="-127"/>
                <a:cs typeface="Pretendard SemiBold" pitchFamily="34" charset="-120"/>
              </a:rPr>
              <a:t>제가 중요하게 생각하는 ‘협업’의 가치는</a:t>
            </a:r>
            <a:endParaRPr lang="en-US" sz="1600" dirty="0"/>
          </a:p>
        </p:txBody>
      </p:sp>
      <p:sp>
        <p:nvSpPr>
          <p:cNvPr id="71" name="현대엔지니어링의 ‘우리의 기술’과 맞닿아 있습니다."/>
          <p:cNvSpPr txBox="1"/>
          <p:nvPr/>
        </p:nvSpPr>
        <p:spPr>
          <a:xfrm>
            <a:off x="609600" y="1100336"/>
            <a:ext cx="7128339" cy="425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2800" spc="-98" kern="0" dirty="0">
                <a:solidFill>
                  <a:srgbClr val="0B2147"/>
                </a:solidFill>
                <a:latin typeface="Pretendard ExtraBold" pitchFamily="34" charset="0"/>
                <a:ea typeface="Pretendard ExtraBold" pitchFamily="34" charset="-127"/>
                <a:cs typeface="Pretendard ExtraBold" pitchFamily="34" charset="-120"/>
              </a:rPr>
              <a:t>현대엔지니어링의 ‘</a:t>
            </a:r>
            <a:pPr algn="l" indent="0" marL="0">
              <a:buNone/>
            </a:pPr>
            <a:r>
              <a:rPr lang="ko-KR" altLang="en-US" sz="2800" spc="-98" kern="0" dirty="0">
                <a:solidFill>
                  <a:srgbClr val="004B8D"/>
                </a:solidFill>
                <a:latin typeface="Pretendard ExtraBold" pitchFamily="34" charset="0"/>
                <a:ea typeface="Pretendard ExtraBold" pitchFamily="34" charset="-127"/>
                <a:cs typeface="Pretendard ExtraBold" pitchFamily="34" charset="-120"/>
              </a:rPr>
              <a:t>우리의 기술</a:t>
            </a:r>
            <a:pPr algn="l" indent="0" marL="0">
              <a:buNone/>
            </a:pPr>
            <a:r>
              <a:rPr lang="ko-KR" altLang="en-US" sz="2800" spc="-98" kern="0" dirty="0">
                <a:solidFill>
                  <a:srgbClr val="0B2147"/>
                </a:solidFill>
                <a:latin typeface="Pretendard ExtraBold" pitchFamily="34" charset="0"/>
                <a:ea typeface="Pretendard ExtraBold" pitchFamily="34" charset="-127"/>
                <a:cs typeface="Pretendard ExtraBold" pitchFamily="34" charset="-120"/>
              </a:rPr>
              <a:t>’과 맞닿아 있습니다.</a:t>
            </a:r>
            <a:endParaRPr lang="en-US" sz="2800" dirty="0"/>
          </a:p>
        </p:txBody>
      </p:sp>
      <p:sp>
        <p:nvSpPr>
          <p:cNvPr id="72" name="현대엔지니어링"/>
          <p:cNvSpPr txBox="1"/>
          <p:nvPr/>
        </p:nvSpPr>
        <p:spPr>
          <a:xfrm>
            <a:off x="4469507" y="1834753"/>
            <a:ext cx="797620" cy="1460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950" b="1" spc="19" kern="0" dirty="0">
                <a:solidFill>
                  <a:srgbClr val="2A78DD"/>
                </a:solidFill>
                <a:latin typeface="Pretendard" pitchFamily="34" charset="0"/>
                <a:ea typeface="Pretendard" pitchFamily="34" charset="-127"/>
                <a:cs typeface="Pretendard" pitchFamily="34" charset="-120"/>
              </a:rPr>
              <a:t>현대엔지니어링</a:t>
            </a:r>
            <a:endParaRPr lang="en-US" sz="950" dirty="0"/>
          </a:p>
        </p:txBody>
      </p:sp>
      <p:sp>
        <p:nvSpPr>
          <p:cNvPr id="73" name="저는 ‘우리의 기술’을 이렇게 이해했습니다"/>
          <p:cNvSpPr txBox="1"/>
          <p:nvPr/>
        </p:nvSpPr>
        <p:spPr>
          <a:xfrm>
            <a:off x="5533827" y="1821061"/>
            <a:ext cx="2319986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1100" spc="-22" kern="0" dirty="0">
                <a:solidFill>
                  <a:srgbClr val="3D4757"/>
                </a:solidFill>
                <a:latin typeface="Pretendard SemiBold" pitchFamily="34" charset="0"/>
                <a:ea typeface="Pretendard SemiBold" pitchFamily="34" charset="-127"/>
                <a:cs typeface="Pretendard SemiBold" pitchFamily="34" charset="-120"/>
              </a:rPr>
              <a:t>저는 ‘</a:t>
            </a:r>
            <a:pPr algn="l" indent="0" marL="0">
              <a:buNone/>
            </a:pPr>
            <a:r>
              <a:rPr lang="ko-KR" altLang="en-US" sz="1100" spc="-22" kern="0" dirty="0">
                <a:solidFill>
                  <a:srgbClr val="004B8D"/>
                </a:solidFill>
                <a:latin typeface="Pretendard ExtraBold" pitchFamily="34" charset="0"/>
                <a:ea typeface="Pretendard ExtraBold" pitchFamily="34" charset="-127"/>
                <a:cs typeface="Pretendard ExtraBold" pitchFamily="34" charset="-120"/>
              </a:rPr>
              <a:t>우리의 기술</a:t>
            </a:r>
            <a:pPr algn="l" indent="0" marL="0">
              <a:buNone/>
            </a:pPr>
            <a:r>
              <a:rPr lang="ko-KR" altLang="en-US" sz="1100" spc="-22" kern="0" dirty="0">
                <a:solidFill>
                  <a:srgbClr val="3D4757"/>
                </a:solidFill>
                <a:latin typeface="Pretendard SemiBold" pitchFamily="34" charset="0"/>
                <a:ea typeface="Pretendard SemiBold" pitchFamily="34" charset="-127"/>
                <a:cs typeface="Pretendard SemiBold" pitchFamily="34" charset="-120"/>
              </a:rPr>
              <a:t>’을 이렇게 이해했습니다</a:t>
            </a:r>
            <a:endParaRPr lang="en-US" sz="1100" dirty="0"/>
          </a:p>
        </p:txBody>
      </p:sp>
      <p:sp>
        <p:nvSpPr>
          <p:cNvPr id="74" name="우리"/>
          <p:cNvSpPr txBox="1"/>
          <p:nvPr/>
        </p:nvSpPr>
        <p:spPr>
          <a:xfrm>
            <a:off x="2191048" y="2144514"/>
            <a:ext cx="472083" cy="304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2000" spc="-70" kern="0" dirty="0">
                <a:solidFill>
                  <a:srgbClr val="00A94F"/>
                </a:solidFill>
                <a:latin typeface="Pretendard ExtraBold" pitchFamily="34" charset="0"/>
                <a:ea typeface="Pretendard ExtraBold" pitchFamily="34" charset="-127"/>
                <a:cs typeface="Pretendard ExtraBold" pitchFamily="34" charset="-120"/>
              </a:rPr>
              <a:t>우리</a:t>
            </a:r>
            <a:endParaRPr lang="en-US" sz="2000" dirty="0"/>
          </a:p>
        </p:txBody>
      </p:sp>
      <p:sp>
        <p:nvSpPr>
          <p:cNvPr id="75" name="OUR"/>
          <p:cNvSpPr txBox="1"/>
          <p:nvPr/>
        </p:nvSpPr>
        <p:spPr>
          <a:xfrm>
            <a:off x="2879030" y="2107009"/>
            <a:ext cx="353516" cy="1460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950" b="1" spc="133" kern="0" dirty="0">
                <a:solidFill>
                  <a:srgbClr val="00A94F"/>
                </a:solidFill>
                <a:latin typeface="Pretendard" pitchFamily="34" charset="0"/>
                <a:ea typeface="Pretendard" pitchFamily="34" charset="-127"/>
                <a:cs typeface="Pretendard" pitchFamily="34" charset="-120"/>
              </a:rPr>
              <a:t>OUR</a:t>
            </a:r>
            <a:endParaRPr lang="en-US" sz="950" dirty="0"/>
          </a:p>
        </p:txBody>
      </p:sp>
      <p:sp>
        <p:nvSpPr>
          <p:cNvPr id="76" name="사람과 전문성의 연결"/>
          <p:cNvSpPr txBox="1"/>
          <p:nvPr/>
        </p:nvSpPr>
        <p:spPr>
          <a:xfrm>
            <a:off x="2879030" y="2258120"/>
            <a:ext cx="1477770" cy="2159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1400" spc="-49" kern="0" dirty="0">
                <a:solidFill>
                  <a:srgbClr val="0B2147"/>
                </a:solidFill>
                <a:latin typeface="Pretendard ExtraBold" pitchFamily="34" charset="0"/>
                <a:ea typeface="Pretendard ExtraBold" pitchFamily="34" charset="-127"/>
                <a:cs typeface="Pretendard ExtraBold" pitchFamily="34" charset="-120"/>
              </a:rPr>
              <a:t>사람과 전문성의 연결</a:t>
            </a:r>
            <a:endParaRPr lang="en-US" sz="1400" dirty="0"/>
          </a:p>
        </p:txBody>
      </p:sp>
      <p:sp>
        <p:nvSpPr>
          <p:cNvPr id="77" name="설계"/>
          <p:cNvSpPr txBox="1"/>
          <p:nvPr/>
        </p:nvSpPr>
        <p:spPr>
          <a:xfrm>
            <a:off x="3096320" y="2598539"/>
            <a:ext cx="265311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1000" b="1" spc="-20" kern="0" dirty="0">
                <a:solidFill>
                  <a:srgbClr val="0B2147"/>
                </a:solidFill>
                <a:latin typeface="Pretendard" pitchFamily="34" charset="0"/>
                <a:ea typeface="Pretendard" pitchFamily="34" charset="-127"/>
                <a:cs typeface="Pretendard" pitchFamily="34" charset="-120"/>
              </a:rPr>
              <a:t>설계</a:t>
            </a:r>
            <a:endParaRPr lang="en-US" sz="1000" dirty="0"/>
          </a:p>
        </p:txBody>
      </p:sp>
      <p:sp>
        <p:nvSpPr>
          <p:cNvPr id="78" name="시공"/>
          <p:cNvSpPr txBox="1"/>
          <p:nvPr/>
        </p:nvSpPr>
        <p:spPr>
          <a:xfrm>
            <a:off x="4618335" y="3046214"/>
            <a:ext cx="265311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1000" b="1" spc="-20" kern="0" dirty="0">
                <a:solidFill>
                  <a:srgbClr val="0B2147"/>
                </a:solidFill>
                <a:latin typeface="Pretendard" pitchFamily="34" charset="0"/>
                <a:ea typeface="Pretendard" pitchFamily="34" charset="-127"/>
                <a:cs typeface="Pretendard" pitchFamily="34" charset="-120"/>
              </a:rPr>
              <a:t>시공</a:t>
            </a:r>
            <a:endParaRPr lang="en-US" sz="1000" dirty="0"/>
          </a:p>
        </p:txBody>
      </p:sp>
      <p:sp>
        <p:nvSpPr>
          <p:cNvPr id="79" name="유관부서"/>
          <p:cNvSpPr txBox="1"/>
          <p:nvPr/>
        </p:nvSpPr>
        <p:spPr>
          <a:xfrm>
            <a:off x="3929509" y="3770114"/>
            <a:ext cx="479723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1000" b="1" spc="-20" kern="0" dirty="0">
                <a:solidFill>
                  <a:srgbClr val="0B2147"/>
                </a:solidFill>
                <a:latin typeface="Pretendard" pitchFamily="34" charset="0"/>
                <a:ea typeface="Pretendard" pitchFamily="34" charset="-127"/>
                <a:cs typeface="Pretendard" pitchFamily="34" charset="-120"/>
              </a:rPr>
              <a:t>유관부서</a:t>
            </a:r>
            <a:endParaRPr lang="en-US" sz="1000" dirty="0"/>
          </a:p>
        </p:txBody>
      </p:sp>
      <p:sp>
        <p:nvSpPr>
          <p:cNvPr id="80" name="발주처"/>
          <p:cNvSpPr txBox="1"/>
          <p:nvPr/>
        </p:nvSpPr>
        <p:spPr>
          <a:xfrm>
            <a:off x="2102247" y="3770114"/>
            <a:ext cx="372467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1000" b="1" spc="-20" kern="0" dirty="0">
                <a:solidFill>
                  <a:srgbClr val="0B2147"/>
                </a:solidFill>
                <a:latin typeface="Pretendard" pitchFamily="34" charset="0"/>
                <a:ea typeface="Pretendard" pitchFamily="34" charset="-127"/>
                <a:cs typeface="Pretendard" pitchFamily="34" charset="-120"/>
              </a:rPr>
              <a:t>발주처</a:t>
            </a:r>
            <a:endParaRPr lang="en-US" sz="1000" dirty="0"/>
          </a:p>
        </p:txBody>
      </p:sp>
      <p:sp>
        <p:nvSpPr>
          <p:cNvPr id="81" name="협력업체"/>
          <p:cNvSpPr txBox="1"/>
          <p:nvPr/>
        </p:nvSpPr>
        <p:spPr>
          <a:xfrm>
            <a:off x="1466999" y="3046214"/>
            <a:ext cx="479723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1000" b="1" spc="-20" kern="0" dirty="0">
                <a:solidFill>
                  <a:srgbClr val="0B2147"/>
                </a:solidFill>
                <a:latin typeface="Pretendard" pitchFamily="34" charset="0"/>
                <a:ea typeface="Pretendard" pitchFamily="34" charset="-127"/>
                <a:cs typeface="Pretendard" pitchFamily="34" charset="-120"/>
              </a:rPr>
              <a:t>협력업체</a:t>
            </a:r>
            <a:endParaRPr lang="en-US" sz="1000" dirty="0"/>
          </a:p>
        </p:txBody>
      </p:sp>
      <p:sp>
        <p:nvSpPr>
          <p:cNvPr id="82" name="하나의 목표"/>
          <p:cNvSpPr txBox="1"/>
          <p:nvPr/>
        </p:nvSpPr>
        <p:spPr>
          <a:xfrm>
            <a:off x="2856805" y="3062089"/>
            <a:ext cx="585589" cy="1460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altLang="en-US" sz="950" b="1" spc="-19" kern="0" dirty="0">
                <a:solidFill>
                  <a:srgbClr val="00A94F"/>
                </a:solidFill>
                <a:latin typeface="Pretendard" pitchFamily="34" charset="0"/>
                <a:ea typeface="Pretendard" pitchFamily="34" charset="-127"/>
                <a:cs typeface="Pretendard" pitchFamily="34" charset="-120"/>
              </a:rPr>
              <a:t>하나의 목표</a:t>
            </a:r>
            <a:endParaRPr lang="en-US" sz="950" dirty="0"/>
          </a:p>
        </p:txBody>
      </p:sp>
      <p:sp>
        <p:nvSpPr>
          <p:cNvPr id="83" name="프로젝트"/>
          <p:cNvSpPr txBox="1"/>
          <p:nvPr/>
        </p:nvSpPr>
        <p:spPr>
          <a:xfrm>
            <a:off x="2872879" y="3225899"/>
            <a:ext cx="553343" cy="1841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altLang="en-US" sz="1200" spc="-48" kern="0" dirty="0">
                <a:solidFill>
                  <a:srgbClr val="0B2147"/>
                </a:solidFill>
                <a:latin typeface="Pretendard ExtraBold" pitchFamily="34" charset="0"/>
                <a:ea typeface="Pretendard ExtraBold" pitchFamily="34" charset="-127"/>
                <a:cs typeface="Pretendard ExtraBold" pitchFamily="34" charset="-120"/>
              </a:rPr>
              <a:t>프로젝트</a:t>
            </a:r>
            <a:endParaRPr lang="en-US" sz="1200" dirty="0"/>
          </a:p>
        </p:txBody>
      </p:sp>
      <p:sp>
        <p:nvSpPr>
          <p:cNvPr id="84" name="완수"/>
          <p:cNvSpPr txBox="1"/>
          <p:nvPr/>
        </p:nvSpPr>
        <p:spPr>
          <a:xfrm>
            <a:off x="2998490" y="3401120"/>
            <a:ext cx="302121" cy="1841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altLang="en-US" sz="1200" spc="-48" kern="0" dirty="0">
                <a:solidFill>
                  <a:srgbClr val="0B2147"/>
                </a:solidFill>
                <a:latin typeface="Pretendard ExtraBold" pitchFamily="34" charset="0"/>
                <a:ea typeface="Pretendard ExtraBold" pitchFamily="34" charset="-127"/>
                <a:cs typeface="Pretendard ExtraBold" pitchFamily="34" charset="-120"/>
              </a:rPr>
              <a:t>완수</a:t>
            </a:r>
            <a:endParaRPr lang="en-US" sz="1200" dirty="0"/>
          </a:p>
        </p:txBody>
      </p:sp>
      <p:sp>
        <p:nvSpPr>
          <p:cNvPr id="85" name="사람의 연결"/>
          <p:cNvSpPr txBox="1"/>
          <p:nvPr/>
        </p:nvSpPr>
        <p:spPr>
          <a:xfrm>
            <a:off x="793750" y="4552752"/>
            <a:ext cx="766564" cy="1968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1300" spc="-46" kern="0" dirty="0">
                <a:solidFill>
                  <a:srgbClr val="0B2147"/>
                </a:solidFill>
                <a:latin typeface="Pretendard ExtraBold" pitchFamily="34" charset="0"/>
                <a:ea typeface="Pretendard ExtraBold" pitchFamily="34" charset="-127"/>
                <a:cs typeface="Pretendard ExtraBold" pitchFamily="34" charset="-120"/>
              </a:rPr>
              <a:t>사람의 연결</a:t>
            </a:r>
            <a:endParaRPr lang="en-US" sz="1300" dirty="0"/>
          </a:p>
        </p:txBody>
      </p:sp>
      <p:sp>
        <p:nvSpPr>
          <p:cNvPr id="86" name="참신성"/>
          <p:cNvSpPr txBox="1"/>
          <p:nvPr/>
        </p:nvSpPr>
        <p:spPr>
          <a:xfrm>
            <a:off x="1016000" y="4863902"/>
            <a:ext cx="372467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1000" b="1" spc="-20" kern="0" dirty="0">
                <a:solidFill>
                  <a:srgbClr val="0B2147"/>
                </a:solidFill>
                <a:latin typeface="Pretendard" pitchFamily="34" charset="0"/>
                <a:ea typeface="Pretendard" pitchFamily="34" charset="-127"/>
                <a:cs typeface="Pretendard" pitchFamily="34" charset="-120"/>
              </a:rPr>
              <a:t>참신성</a:t>
            </a:r>
            <a:endParaRPr lang="en-US" sz="1000" dirty="0"/>
          </a:p>
        </p:txBody>
      </p:sp>
      <p:sp>
        <p:nvSpPr>
          <p:cNvPr id="87" name="VS"/>
          <p:cNvSpPr txBox="1"/>
          <p:nvPr/>
        </p:nvSpPr>
        <p:spPr>
          <a:xfrm>
            <a:off x="1534517" y="4868466"/>
            <a:ext cx="227012" cy="1460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950" spc="38" kern="0" dirty="0">
                <a:solidFill>
                  <a:srgbClr val="6A7487"/>
                </a:solidFill>
                <a:latin typeface="Pretendard ExtraBold" pitchFamily="34" charset="0"/>
                <a:ea typeface="Pretendard ExtraBold" pitchFamily="34" charset="-127"/>
                <a:cs typeface="Pretendard ExtraBold" pitchFamily="34" charset="-120"/>
              </a:rPr>
              <a:t>VS</a:t>
            </a:r>
            <a:endParaRPr lang="en-US" sz="950" dirty="0"/>
          </a:p>
        </p:txBody>
      </p:sp>
      <p:sp>
        <p:nvSpPr>
          <p:cNvPr id="88" name="구현 가능성"/>
          <p:cNvSpPr txBox="1"/>
          <p:nvPr/>
        </p:nvSpPr>
        <p:spPr>
          <a:xfrm>
            <a:off x="2021880" y="4863902"/>
            <a:ext cx="613668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1000" b="1" spc="-20" kern="0" dirty="0">
                <a:solidFill>
                  <a:srgbClr val="0B2147"/>
                </a:solidFill>
                <a:latin typeface="Pretendard" pitchFamily="34" charset="0"/>
                <a:ea typeface="Pretendard" pitchFamily="34" charset="-127"/>
                <a:cs typeface="Pretendard" pitchFamily="34" charset="-120"/>
              </a:rPr>
              <a:t>구현 가능성</a:t>
            </a:r>
            <a:endParaRPr lang="en-US" sz="1000" dirty="0"/>
          </a:p>
        </p:txBody>
      </p:sp>
      <p:sp>
        <p:nvSpPr>
          <p:cNvPr id="89" name="서로 다른 의견"/>
          <p:cNvSpPr txBox="1"/>
          <p:nvPr/>
        </p:nvSpPr>
        <p:spPr>
          <a:xfrm>
            <a:off x="793750" y="5140127"/>
            <a:ext cx="749399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1000" spc="-20" kern="0" dirty="0">
                <a:solidFill>
                  <a:srgbClr val="3D4757"/>
                </a:solidFill>
                <a:latin typeface="Pretendard SemiBold" pitchFamily="34" charset="0"/>
                <a:ea typeface="Pretendard SemiBold" pitchFamily="34" charset="-127"/>
                <a:cs typeface="Pretendard SemiBold" pitchFamily="34" charset="-120"/>
              </a:rPr>
              <a:t>서로 다른 의견</a:t>
            </a:r>
            <a:endParaRPr lang="en-US" sz="1000" dirty="0"/>
          </a:p>
        </p:txBody>
      </p:sp>
      <p:sp>
        <p:nvSpPr>
          <p:cNvPr id="90" name="공동의 기준으로 조율해"/>
          <p:cNvSpPr txBox="1"/>
          <p:nvPr/>
        </p:nvSpPr>
        <p:spPr>
          <a:xfrm>
            <a:off x="3321348" y="4740473"/>
            <a:ext cx="1353667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1150" b="1" spc="-34" kern="0" dirty="0">
                <a:solidFill>
                  <a:srgbClr val="0B2147"/>
                </a:solidFill>
                <a:latin typeface="Pretendard" pitchFamily="34" charset="0"/>
                <a:ea typeface="Pretendard" pitchFamily="34" charset="-127"/>
                <a:cs typeface="Pretendard" pitchFamily="34" charset="-120"/>
              </a:rPr>
              <a:t>공동의 기준으로 조율해</a:t>
            </a:r>
            <a:endParaRPr lang="en-US" sz="1150" dirty="0"/>
          </a:p>
        </p:txBody>
      </p:sp>
      <p:sp>
        <p:nvSpPr>
          <p:cNvPr id="91" name="하나의 목표로"/>
          <p:cNvSpPr txBox="1"/>
          <p:nvPr/>
        </p:nvSpPr>
        <p:spPr>
          <a:xfrm>
            <a:off x="3321348" y="4944864"/>
            <a:ext cx="81032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1150" spc="-34" kern="0" dirty="0">
                <a:solidFill>
                  <a:srgbClr val="00A94F"/>
                </a:solidFill>
                <a:latin typeface="Pretendard ExtraBold" pitchFamily="34" charset="0"/>
                <a:ea typeface="Pretendard ExtraBold" pitchFamily="34" charset="-127"/>
                <a:cs typeface="Pretendard ExtraBold" pitchFamily="34" charset="-120"/>
              </a:rPr>
              <a:t>하나의 목표</a:t>
            </a:r>
            <a:pPr algn="l" indent="0" marL="0">
              <a:buNone/>
            </a:pPr>
            <a:r>
              <a:rPr lang="ko-KR" altLang="en-US" sz="1150" b="1" spc="-34" kern="0" dirty="0">
                <a:solidFill>
                  <a:srgbClr val="0B2147"/>
                </a:solidFill>
                <a:latin typeface="Pretendard" pitchFamily="34" charset="0"/>
                <a:ea typeface="Pretendard" pitchFamily="34" charset="-127"/>
                <a:cs typeface="Pretendard" pitchFamily="34" charset="-120"/>
              </a:rPr>
              <a:t>로</a:t>
            </a:r>
            <a:endParaRPr lang="en-US" sz="1150" dirty="0"/>
          </a:p>
        </p:txBody>
      </p:sp>
      <p:sp>
        <p:nvSpPr>
          <p:cNvPr id="92" name="기술"/>
          <p:cNvSpPr txBox="1"/>
          <p:nvPr/>
        </p:nvSpPr>
        <p:spPr>
          <a:xfrm>
            <a:off x="7919641" y="2144514"/>
            <a:ext cx="472083" cy="304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2000" spc="-70" kern="0" dirty="0">
                <a:solidFill>
                  <a:srgbClr val="004B8D"/>
                </a:solidFill>
                <a:latin typeface="Pretendard ExtraBold" pitchFamily="34" charset="0"/>
                <a:ea typeface="Pretendard ExtraBold" pitchFamily="34" charset="-127"/>
                <a:cs typeface="Pretendard ExtraBold" pitchFamily="34" charset="-120"/>
              </a:rPr>
              <a:t>기술</a:t>
            </a:r>
            <a:endParaRPr lang="en-US" sz="2000" dirty="0"/>
          </a:p>
        </p:txBody>
      </p:sp>
      <p:sp>
        <p:nvSpPr>
          <p:cNvPr id="93" name="TECHNOLOGY"/>
          <p:cNvSpPr txBox="1"/>
          <p:nvPr/>
        </p:nvSpPr>
        <p:spPr>
          <a:xfrm>
            <a:off x="8607623" y="2107009"/>
            <a:ext cx="1049615" cy="1460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950" b="1" spc="133" kern="0" dirty="0">
                <a:solidFill>
                  <a:srgbClr val="004B8D"/>
                </a:solidFill>
                <a:latin typeface="Pretendard" pitchFamily="34" charset="0"/>
                <a:ea typeface="Pretendard" pitchFamily="34" charset="-127"/>
                <a:cs typeface="Pretendard" pitchFamily="34" charset="-120"/>
              </a:rPr>
              <a:t>TECHNOLOGY</a:t>
            </a:r>
            <a:endParaRPr lang="en-US" sz="950" dirty="0"/>
          </a:p>
        </p:txBody>
      </p:sp>
      <p:sp>
        <p:nvSpPr>
          <p:cNvPr id="94" name="미래 가치를 만드는 원동력"/>
          <p:cNvSpPr txBox="1"/>
          <p:nvPr/>
        </p:nvSpPr>
        <p:spPr>
          <a:xfrm>
            <a:off x="8607623" y="2258120"/>
            <a:ext cx="1825889" cy="2159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1400" spc="-49" kern="0" dirty="0">
                <a:solidFill>
                  <a:srgbClr val="0B2147"/>
                </a:solidFill>
                <a:latin typeface="Pretendard ExtraBold" pitchFamily="34" charset="0"/>
                <a:ea typeface="Pretendard ExtraBold" pitchFamily="34" charset="-127"/>
                <a:cs typeface="Pretendard ExtraBold" pitchFamily="34" charset="-120"/>
              </a:rPr>
              <a:t>미래 가치를 만드는 원동력</a:t>
            </a:r>
            <a:endParaRPr lang="en-US" sz="1400" dirty="0"/>
          </a:p>
        </p:txBody>
      </p:sp>
      <p:sp>
        <p:nvSpPr>
          <p:cNvPr id="95" name="에너지 원천기술"/>
          <p:cNvSpPr txBox="1"/>
          <p:nvPr/>
        </p:nvSpPr>
        <p:spPr>
          <a:xfrm>
            <a:off x="7399635" y="2801739"/>
            <a:ext cx="82808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1000" b="1" spc="-20" kern="0" dirty="0">
                <a:solidFill>
                  <a:srgbClr val="004B8D"/>
                </a:solidFill>
                <a:latin typeface="Pretendard" pitchFamily="34" charset="0"/>
                <a:ea typeface="Pretendard" pitchFamily="34" charset="-127"/>
                <a:cs typeface="Pretendard" pitchFamily="34" charset="-120"/>
              </a:rPr>
              <a:t>에너지 원천기술</a:t>
            </a:r>
            <a:endParaRPr lang="en-US" sz="1000" dirty="0"/>
          </a:p>
        </p:txBody>
      </p:sp>
      <p:sp>
        <p:nvSpPr>
          <p:cNvPr id="96" name="글로벌 EPC 역량"/>
          <p:cNvSpPr txBox="1"/>
          <p:nvPr/>
        </p:nvSpPr>
        <p:spPr>
          <a:xfrm>
            <a:off x="9990534" y="2801739"/>
            <a:ext cx="878582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1000" b="1" spc="-20" kern="0" dirty="0">
                <a:solidFill>
                  <a:srgbClr val="004B8D"/>
                </a:solidFill>
                <a:latin typeface="Pretendard" pitchFamily="34" charset="0"/>
                <a:ea typeface="Pretendard" pitchFamily="34" charset="-127"/>
                <a:cs typeface="Pretendard" pitchFamily="34" charset="-120"/>
              </a:rPr>
              <a:t>글로벌 EPC 역량</a:t>
            </a:r>
            <a:endParaRPr lang="en-US" sz="1000" dirty="0"/>
          </a:p>
        </p:txBody>
      </p:sp>
      <p:sp>
        <p:nvSpPr>
          <p:cNvPr id="97" name="첨단 산업건축 기술"/>
          <p:cNvSpPr txBox="1"/>
          <p:nvPr/>
        </p:nvSpPr>
        <p:spPr>
          <a:xfrm>
            <a:off x="7332563" y="3639939"/>
            <a:ext cx="96600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1000" b="1" spc="-20" kern="0" dirty="0">
                <a:solidFill>
                  <a:srgbClr val="004B8D"/>
                </a:solidFill>
                <a:latin typeface="Pretendard" pitchFamily="34" charset="0"/>
                <a:ea typeface="Pretendard" pitchFamily="34" charset="-127"/>
                <a:cs typeface="Pretendard" pitchFamily="34" charset="-120"/>
              </a:rPr>
              <a:t>첨단 산업건축 기술</a:t>
            </a:r>
            <a:endParaRPr lang="en-US" sz="1000" dirty="0"/>
          </a:p>
        </p:txBody>
      </p:sp>
      <p:sp>
        <p:nvSpPr>
          <p:cNvPr id="98" name="스마트건설 기술"/>
          <p:cNvSpPr txBox="1"/>
          <p:nvPr/>
        </p:nvSpPr>
        <p:spPr>
          <a:xfrm>
            <a:off x="10015835" y="3639939"/>
            <a:ext cx="82808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1000" b="1" spc="-20" kern="0" dirty="0">
                <a:solidFill>
                  <a:srgbClr val="004B8D"/>
                </a:solidFill>
                <a:latin typeface="Pretendard" pitchFamily="34" charset="0"/>
                <a:ea typeface="Pretendard" pitchFamily="34" charset="-127"/>
                <a:cs typeface="Pretendard" pitchFamily="34" charset="-120"/>
              </a:rPr>
              <a:t>스마트건설 기술</a:t>
            </a:r>
            <a:endParaRPr lang="en-US" sz="1000" dirty="0"/>
          </a:p>
        </p:txBody>
      </p:sp>
      <p:sp>
        <p:nvSpPr>
          <p:cNvPr id="99" name="기술의 연결"/>
          <p:cNvSpPr txBox="1"/>
          <p:nvPr/>
        </p:nvSpPr>
        <p:spPr>
          <a:xfrm>
            <a:off x="8749605" y="3036689"/>
            <a:ext cx="585589" cy="1460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altLang="en-US" sz="950" b="1" spc="-19" kern="0" dirty="0">
                <a:solidFill>
                  <a:srgbClr val="004B8D"/>
                </a:solidFill>
                <a:latin typeface="Pretendard" pitchFamily="34" charset="0"/>
                <a:ea typeface="Pretendard" pitchFamily="34" charset="-127"/>
                <a:cs typeface="Pretendard" pitchFamily="34" charset="-120"/>
              </a:rPr>
              <a:t>기술의 연결</a:t>
            </a:r>
            <a:endParaRPr lang="en-US" sz="950" dirty="0"/>
          </a:p>
        </p:txBody>
      </p:sp>
      <p:sp>
        <p:nvSpPr>
          <p:cNvPr id="100" name="미래 가치"/>
          <p:cNvSpPr txBox="1"/>
          <p:nvPr/>
        </p:nvSpPr>
        <p:spPr>
          <a:xfrm>
            <a:off x="8751689" y="3200499"/>
            <a:ext cx="581323" cy="1841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altLang="en-US" sz="1200" spc="-48" kern="0" dirty="0">
                <a:solidFill>
                  <a:srgbClr val="0B2147"/>
                </a:solidFill>
                <a:latin typeface="Pretendard ExtraBold" pitchFamily="34" charset="0"/>
                <a:ea typeface="Pretendard ExtraBold" pitchFamily="34" charset="-127"/>
                <a:cs typeface="Pretendard ExtraBold" pitchFamily="34" charset="-120"/>
              </a:rPr>
              <a:t>미래 가치</a:t>
            </a:r>
            <a:endParaRPr lang="en-US" sz="1200" dirty="0"/>
          </a:p>
        </p:txBody>
      </p:sp>
      <p:sp>
        <p:nvSpPr>
          <p:cNvPr id="101" name="창출"/>
          <p:cNvSpPr txBox="1"/>
          <p:nvPr/>
        </p:nvSpPr>
        <p:spPr>
          <a:xfrm>
            <a:off x="8891290" y="3375720"/>
            <a:ext cx="302121" cy="1841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altLang="en-US" sz="1200" spc="-48" kern="0" dirty="0">
                <a:solidFill>
                  <a:srgbClr val="0B2147"/>
                </a:solidFill>
                <a:latin typeface="Pretendard ExtraBold" pitchFamily="34" charset="0"/>
                <a:ea typeface="Pretendard ExtraBold" pitchFamily="34" charset="-127"/>
                <a:cs typeface="Pretendard ExtraBold" pitchFamily="34" charset="-120"/>
              </a:rPr>
              <a:t>창출</a:t>
            </a:r>
            <a:endParaRPr lang="en-US" sz="1200" dirty="0"/>
          </a:p>
        </p:txBody>
      </p:sp>
      <p:sp>
        <p:nvSpPr>
          <p:cNvPr id="102" name="강점의 연결"/>
          <p:cNvSpPr txBox="1"/>
          <p:nvPr/>
        </p:nvSpPr>
        <p:spPr>
          <a:xfrm>
            <a:off x="6686550" y="4530527"/>
            <a:ext cx="766564" cy="1968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1300" spc="-46" kern="0" dirty="0">
                <a:solidFill>
                  <a:srgbClr val="0B2147"/>
                </a:solidFill>
                <a:latin typeface="Pretendard ExtraBold" pitchFamily="34" charset="0"/>
                <a:ea typeface="Pretendard ExtraBold" pitchFamily="34" charset="-127"/>
                <a:cs typeface="Pretendard ExtraBold" pitchFamily="34" charset="-120"/>
              </a:rPr>
              <a:t>강점의 연결</a:t>
            </a:r>
            <a:endParaRPr lang="en-US" sz="1300" dirty="0"/>
          </a:p>
        </p:txBody>
      </p:sp>
      <p:sp>
        <p:nvSpPr>
          <p:cNvPr id="103" name="Dynamo 자동화"/>
          <p:cNvSpPr txBox="1"/>
          <p:nvPr/>
        </p:nvSpPr>
        <p:spPr>
          <a:xfrm>
            <a:off x="6908800" y="4841677"/>
            <a:ext cx="877788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1000" b="1" spc="-20" kern="0" dirty="0">
                <a:solidFill>
                  <a:srgbClr val="0B2147"/>
                </a:solidFill>
                <a:latin typeface="Pretendard" pitchFamily="34" charset="0"/>
                <a:ea typeface="Pretendard" pitchFamily="34" charset="-127"/>
                <a:cs typeface="Pretendard" pitchFamily="34" charset="-120"/>
              </a:rPr>
              <a:t>Dynamo 자동화</a:t>
            </a:r>
            <a:endParaRPr lang="en-US" sz="1000" dirty="0"/>
          </a:p>
        </p:txBody>
      </p:sp>
      <p:sp>
        <p:nvSpPr>
          <p:cNvPr id="104" name="모듈러 설계"/>
          <p:cNvSpPr txBox="1"/>
          <p:nvPr/>
        </p:nvSpPr>
        <p:spPr>
          <a:xfrm>
            <a:off x="8116788" y="4841677"/>
            <a:ext cx="613668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1000" b="1" spc="-20" kern="0" dirty="0">
                <a:solidFill>
                  <a:srgbClr val="0B2147"/>
                </a:solidFill>
                <a:latin typeface="Pretendard" pitchFamily="34" charset="0"/>
                <a:ea typeface="Pretendard" pitchFamily="34" charset="-127"/>
                <a:cs typeface="Pretendard" pitchFamily="34" charset="-120"/>
              </a:rPr>
              <a:t>모듈러 설계</a:t>
            </a:r>
            <a:endParaRPr lang="en-US" sz="1000" dirty="0"/>
          </a:p>
        </p:txBody>
      </p:sp>
      <p:sp>
        <p:nvSpPr>
          <p:cNvPr id="105" name="BIM 모델링"/>
          <p:cNvSpPr txBox="1"/>
          <p:nvPr/>
        </p:nvSpPr>
        <p:spPr>
          <a:xfrm>
            <a:off x="6908800" y="5133777"/>
            <a:ext cx="618331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1000" b="1" spc="-20" kern="0" dirty="0">
                <a:solidFill>
                  <a:srgbClr val="0B2147"/>
                </a:solidFill>
                <a:latin typeface="Pretendard" pitchFamily="34" charset="0"/>
                <a:ea typeface="Pretendard" pitchFamily="34" charset="-127"/>
                <a:cs typeface="Pretendard" pitchFamily="34" charset="-120"/>
              </a:rPr>
              <a:t>BIM 모델링</a:t>
            </a:r>
            <a:endParaRPr lang="en-US" sz="1000" dirty="0"/>
          </a:p>
        </p:txBody>
      </p:sp>
      <p:sp>
        <p:nvSpPr>
          <p:cNvPr id="106" name="시나리오 구성"/>
          <p:cNvSpPr txBox="1"/>
          <p:nvPr/>
        </p:nvSpPr>
        <p:spPr>
          <a:xfrm>
            <a:off x="8116788" y="5133777"/>
            <a:ext cx="720923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1000" b="1" spc="-20" kern="0" dirty="0">
                <a:solidFill>
                  <a:srgbClr val="0B2147"/>
                </a:solidFill>
                <a:latin typeface="Pretendard" pitchFamily="34" charset="0"/>
                <a:ea typeface="Pretendard" pitchFamily="34" charset="-127"/>
                <a:cs typeface="Pretendard" pitchFamily="34" charset="-120"/>
              </a:rPr>
              <a:t>시나리오 구성</a:t>
            </a:r>
            <a:endParaRPr lang="en-US" sz="1000" dirty="0"/>
          </a:p>
        </p:txBody>
      </p:sp>
      <p:sp>
        <p:nvSpPr>
          <p:cNvPr id="107" name="각자의 강점을 모아"/>
          <p:cNvSpPr txBox="1"/>
          <p:nvPr/>
        </p:nvSpPr>
        <p:spPr>
          <a:xfrm>
            <a:off x="9523512" y="4740473"/>
            <a:ext cx="1095365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1150" b="1" spc="-34" kern="0" dirty="0">
                <a:solidFill>
                  <a:srgbClr val="0B2147"/>
                </a:solidFill>
                <a:latin typeface="Pretendard" pitchFamily="34" charset="0"/>
                <a:ea typeface="Pretendard" pitchFamily="34" charset="-127"/>
                <a:cs typeface="Pretendard" pitchFamily="34" charset="-120"/>
              </a:rPr>
              <a:t>각자의 강점을 모아</a:t>
            </a:r>
            <a:endParaRPr lang="en-US" sz="1150" dirty="0"/>
          </a:p>
        </p:txBody>
      </p:sp>
      <p:sp>
        <p:nvSpPr>
          <p:cNvPr id="108" name="하나의 성과로"/>
          <p:cNvSpPr txBox="1"/>
          <p:nvPr/>
        </p:nvSpPr>
        <p:spPr>
          <a:xfrm>
            <a:off x="9523512" y="4944864"/>
            <a:ext cx="81032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1150" spc="-34" kern="0" dirty="0">
                <a:solidFill>
                  <a:srgbClr val="004B8D"/>
                </a:solidFill>
                <a:latin typeface="Pretendard ExtraBold" pitchFamily="34" charset="0"/>
                <a:ea typeface="Pretendard ExtraBold" pitchFamily="34" charset="-127"/>
                <a:cs typeface="Pretendard ExtraBold" pitchFamily="34" charset="-120"/>
              </a:rPr>
              <a:t>하나의 성과</a:t>
            </a:r>
            <a:pPr algn="l" indent="0" marL="0">
              <a:buNone/>
            </a:pPr>
            <a:r>
              <a:rPr lang="ko-KR" altLang="en-US" sz="1150" b="1" spc="-34" kern="0" dirty="0">
                <a:solidFill>
                  <a:srgbClr val="0B2147"/>
                </a:solidFill>
                <a:latin typeface="Pretendard" pitchFamily="34" charset="0"/>
                <a:ea typeface="Pretendard" pitchFamily="34" charset="-127"/>
                <a:cs typeface="Pretendard" pitchFamily="34" charset="-120"/>
              </a:rPr>
              <a:t>로</a:t>
            </a:r>
            <a:endParaRPr lang="en-US" sz="1150" dirty="0"/>
          </a:p>
        </p:txBody>
      </p:sp>
      <p:sp>
        <p:nvSpPr>
          <p:cNvPr id="109" name="MY VALUES"/>
          <p:cNvSpPr txBox="1"/>
          <p:nvPr/>
        </p:nvSpPr>
        <p:spPr>
          <a:xfrm>
            <a:off x="4422676" y="4165203"/>
            <a:ext cx="859234" cy="1460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950" b="1" spc="114" kern="0" dirty="0">
                <a:solidFill>
                  <a:srgbClr val="2A78DD"/>
                </a:solidFill>
                <a:latin typeface="Pretendard" pitchFamily="34" charset="0"/>
                <a:ea typeface="Pretendard" pitchFamily="34" charset="-127"/>
                <a:cs typeface="Pretendard" pitchFamily="34" charset="-120"/>
              </a:rPr>
              <a:t>MY VALUES</a:t>
            </a:r>
            <a:endParaRPr lang="en-US" sz="950" dirty="0"/>
          </a:p>
        </p:txBody>
      </p:sp>
      <p:sp>
        <p:nvSpPr>
          <p:cNvPr id="110" name="나의 가치관 · 공동의 목표를 공유하는 협업"/>
          <p:cNvSpPr txBox="1"/>
          <p:nvPr/>
        </p:nvSpPr>
        <p:spPr>
          <a:xfrm>
            <a:off x="5548610" y="4151511"/>
            <a:ext cx="2353852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1100" spc="-22" kern="0" dirty="0">
                <a:solidFill>
                  <a:srgbClr val="0B2147"/>
                </a:solidFill>
                <a:latin typeface="Pretendard ExtraBold" pitchFamily="34" charset="0"/>
                <a:ea typeface="Pretendard ExtraBold" pitchFamily="34" charset="-127"/>
                <a:cs typeface="Pretendard ExtraBold" pitchFamily="34" charset="-120"/>
              </a:rPr>
              <a:t>나의 가치관</a:t>
            </a:r>
            <a:pPr algn="l" indent="0" marL="0">
              <a:buNone/>
            </a:pPr>
            <a:r>
              <a:rPr lang="ko-KR" altLang="en-US" sz="1100" spc="-22" kern="0" dirty="0">
                <a:solidFill>
                  <a:srgbClr val="3D4757"/>
                </a:solidFill>
                <a:latin typeface="Pretendard SemiBold" pitchFamily="34" charset="0"/>
                <a:ea typeface="Pretendard SemiBold" pitchFamily="34" charset="-127"/>
                <a:cs typeface="Pretendard SemiBold" pitchFamily="34" charset="-120"/>
              </a:rPr>
              <a:t> · 공동의 목표를 공유하는 협업</a:t>
            </a:r>
            <a:endParaRPr lang="en-US" sz="1100" dirty="0"/>
          </a:p>
        </p:txBody>
      </p:sp>
      <p:sp>
        <p:nvSpPr>
          <p:cNvPr id="111" name="선정 이유"/>
          <p:cNvSpPr txBox="1"/>
          <p:nvPr/>
        </p:nvSpPr>
        <p:spPr>
          <a:xfrm>
            <a:off x="1308100" y="5976739"/>
            <a:ext cx="544513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1000" b="1" spc="40" kern="0" dirty="0">
                <a:solidFill>
                  <a:srgbClr val="8FD3F5"/>
                </a:solidFill>
                <a:latin typeface="Pretendard" pitchFamily="34" charset="0"/>
                <a:ea typeface="Pretendard" pitchFamily="34" charset="-127"/>
                <a:cs typeface="Pretendard" pitchFamily="34" charset="-120"/>
              </a:rPr>
              <a:t>선정 이유</a:t>
            </a:r>
            <a:endParaRPr lang="en-US" sz="1000" dirty="0"/>
          </a:p>
        </p:txBody>
      </p:sp>
      <p:sp>
        <p:nvSpPr>
          <p:cNvPr id="112" name="서로 다른 사람과 전문성이 하나의 목표로 연결될 때, 기술은 더 큰 가능"/>
          <p:cNvSpPr txBox="1"/>
          <p:nvPr/>
        </p:nvSpPr>
        <p:spPr>
          <a:xfrm>
            <a:off x="1979612" y="5946874"/>
            <a:ext cx="8908584" cy="2159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1400" b="1" spc="-42" kern="0" dirty="0">
                <a:solidFill>
                  <a:srgbClr val="FFFFFF"/>
                </a:solidFill>
                <a:latin typeface="Pretendard" pitchFamily="34" charset="0"/>
                <a:ea typeface="Pretendard" pitchFamily="34" charset="-127"/>
                <a:cs typeface="Pretendard" pitchFamily="34" charset="-120"/>
              </a:rPr>
              <a:t>서로 다른 사람과 전문성이 </a:t>
            </a:r>
            <a:pPr algn="l" indent="0" marL="0">
              <a:buNone/>
            </a:pPr>
            <a:r>
              <a:rPr lang="ko-KR" altLang="en-US" sz="1400" b="1" spc="-42" kern="0" dirty="0">
                <a:solidFill>
                  <a:srgbClr val="FDBB30"/>
                </a:solidFill>
                <a:latin typeface="Pretendard" pitchFamily="34" charset="0"/>
                <a:ea typeface="Pretendard" pitchFamily="34" charset="-127"/>
                <a:cs typeface="Pretendard" pitchFamily="34" charset="-120"/>
              </a:rPr>
              <a:t>하나의 목표</a:t>
            </a:r>
            <a:pPr algn="l" indent="0" marL="0">
              <a:buNone/>
            </a:pPr>
            <a:r>
              <a:rPr lang="ko-KR" altLang="en-US" sz="1400" b="1" spc="-42" kern="0" dirty="0">
                <a:solidFill>
                  <a:srgbClr val="FFFFFF"/>
                </a:solidFill>
                <a:latin typeface="Pretendard" pitchFamily="34" charset="0"/>
                <a:ea typeface="Pretendard" pitchFamily="34" charset="-127"/>
                <a:cs typeface="Pretendard" pitchFamily="34" charset="-120"/>
              </a:rPr>
              <a:t>로 연결될 때, 기술은 더 큰 가능성을 발휘하고 </a:t>
            </a:r>
            <a:pPr algn="l" indent="0" marL="0">
              <a:buNone/>
            </a:pPr>
            <a:r>
              <a:rPr lang="ko-KR" altLang="en-US" sz="1400" b="1" spc="-42" kern="0" dirty="0">
                <a:solidFill>
                  <a:srgbClr val="FDBB30"/>
                </a:solidFill>
                <a:latin typeface="Pretendard" pitchFamily="34" charset="0"/>
                <a:ea typeface="Pretendard" pitchFamily="34" charset="-127"/>
                <a:cs typeface="Pretendard" pitchFamily="34" charset="-120"/>
              </a:rPr>
              <a:t>새로운 미래 가치</a:t>
            </a:r>
            <a:pPr algn="l" indent="0" marL="0">
              <a:buNone/>
            </a:pPr>
            <a:r>
              <a:rPr lang="ko-KR" altLang="en-US" sz="1400" b="1" spc="-42" kern="0" dirty="0">
                <a:solidFill>
                  <a:srgbClr val="FFFFFF"/>
                </a:solidFill>
                <a:latin typeface="Pretendard" pitchFamily="34" charset="0"/>
                <a:ea typeface="Pretendard" pitchFamily="34" charset="-127"/>
                <a:cs typeface="Pretendard" pitchFamily="34" charset="-120"/>
              </a:rPr>
              <a:t>를 만들어간다고 믿습니다.</a:t>
            </a:r>
            <a:endParaRPr lang="en-US" sz="1400" dirty="0"/>
          </a:p>
        </p:txBody>
      </p:sp>
      <p:sp>
        <p:nvSpPr>
          <p:cNvPr id="113" name="2026년 하반기 신입사원 공개채용 | 공사관리 건축 직무 지원자 이현준"/>
          <p:cNvSpPr txBox="1"/>
          <p:nvPr/>
        </p:nvSpPr>
        <p:spPr>
          <a:xfrm>
            <a:off x="609600" y="6425605"/>
            <a:ext cx="3273685" cy="1333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900" spc="-9" kern="0" dirty="0">
                <a:solidFill>
                  <a:srgbClr val="6A7487"/>
                </a:solidFill>
                <a:latin typeface="Pretendard Medium" pitchFamily="34" charset="0"/>
                <a:ea typeface="Pretendard Medium" pitchFamily="34" charset="-127"/>
                <a:cs typeface="Pretendard Medium" pitchFamily="34" charset="-120"/>
              </a:rPr>
              <a:t>2026년 하반기 신입사원 공개채용 | 공사관리 건축 직무 지원자 이현준</a:t>
            </a:r>
            <a:endParaRPr lang="en-US" sz="900" dirty="0"/>
          </a:p>
        </p:txBody>
      </p:sp>
      <p:sp>
        <p:nvSpPr>
          <p:cNvPr id="114" name="02 / 03"/>
          <p:cNvSpPr txBox="1"/>
          <p:nvPr/>
        </p:nvSpPr>
        <p:spPr>
          <a:xfrm>
            <a:off x="11142166" y="6425605"/>
            <a:ext cx="491034" cy="1333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900" spc="54" kern="0" dirty="0">
                <a:solidFill>
                  <a:srgbClr val="004B8D"/>
                </a:solidFill>
                <a:latin typeface="Pretendard ExtraBold" pitchFamily="34" charset="0"/>
                <a:ea typeface="Pretendard ExtraBold" pitchFamily="34" charset="-127"/>
                <a:cs typeface="Pretendard ExtraBold" pitchFamily="34" charset="-120"/>
              </a:rPr>
              <a:t>02</a:t>
            </a:r>
            <a:pPr algn="l" indent="0" marL="0">
              <a:buNone/>
            </a:pPr>
            <a:r>
              <a:rPr lang="ko-KR" altLang="en-US" sz="900" b="1" spc="54" kern="0" dirty="0">
                <a:solidFill>
                  <a:srgbClr val="3D4757"/>
                </a:solidFill>
                <a:latin typeface="Pretendard" pitchFamily="34" charset="0"/>
                <a:ea typeface="Pretendard" pitchFamily="34" charset="-127"/>
                <a:cs typeface="Pretendard" pitchFamily="34" charset="-120"/>
              </a:rPr>
              <a:t> / 03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i"/>
          <p:cNvSpPr/>
          <p:nvPr/>
        </p:nvSpPr>
        <p:spPr>
          <a:xfrm>
            <a:off x="609600" y="475853"/>
            <a:ext cx="63500" cy="63500"/>
          </a:xfrm>
          <a:prstGeom prst="ellipse">
            <a:avLst/>
          </a:prstGeom>
          <a:solidFill>
            <a:srgbClr val="00A94F"/>
          </a:solidFill>
          <a:ln/>
        </p:spPr>
      </p:sp>
      <p:sp>
        <p:nvSpPr>
          <p:cNvPr id="4" name="b"/>
          <p:cNvSpPr/>
          <p:nvPr/>
        </p:nvSpPr>
        <p:spPr>
          <a:xfrm>
            <a:off x="673100" y="501253"/>
            <a:ext cx="88900" cy="12700"/>
          </a:xfrm>
          <a:prstGeom prst="rect">
            <a:avLst/>
          </a:prstGeom>
          <a:solidFill>
            <a:srgbClr val="C3CEDD"/>
          </a:solidFill>
          <a:ln/>
        </p:spPr>
      </p:sp>
      <p:sp>
        <p:nvSpPr>
          <p:cNvPr id="5" name="i"/>
          <p:cNvSpPr/>
          <p:nvPr/>
        </p:nvSpPr>
        <p:spPr>
          <a:xfrm>
            <a:off x="762000" y="475853"/>
            <a:ext cx="63500" cy="63500"/>
          </a:xfrm>
          <a:prstGeom prst="ellipse">
            <a:avLst/>
          </a:prstGeom>
          <a:solidFill>
            <a:srgbClr val="004B8D"/>
          </a:solidFill>
          <a:ln/>
        </p:spPr>
      </p:sp>
      <p:sp>
        <p:nvSpPr>
          <p:cNvPr id="6" name="b"/>
          <p:cNvSpPr/>
          <p:nvPr/>
        </p:nvSpPr>
        <p:spPr>
          <a:xfrm>
            <a:off x="825500" y="501253"/>
            <a:ext cx="88900" cy="12700"/>
          </a:xfrm>
          <a:prstGeom prst="rect">
            <a:avLst/>
          </a:prstGeom>
          <a:solidFill>
            <a:srgbClr val="C3CEDD"/>
          </a:solidFill>
          <a:ln/>
        </p:spPr>
      </p:sp>
      <p:sp>
        <p:nvSpPr>
          <p:cNvPr id="7" name="i"/>
          <p:cNvSpPr/>
          <p:nvPr/>
        </p:nvSpPr>
        <p:spPr>
          <a:xfrm>
            <a:off x="914400" y="475853"/>
            <a:ext cx="63500" cy="63500"/>
          </a:xfrm>
          <a:prstGeom prst="ellipse">
            <a:avLst/>
          </a:prstGeom>
          <a:solidFill>
            <a:srgbClr val="FDBB30"/>
          </a:solidFill>
          <a:ln/>
        </p:spPr>
      </p:sp>
      <p:pic>
        <p:nvPicPr>
          <p:cNvPr id="8" name="img" descr="im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053935" y="415462"/>
            <a:ext cx="1526117" cy="268817"/>
          </a:xfrm>
          <a:prstGeom prst="rect">
            <a:avLst/>
          </a:prstGeom>
        </p:spPr>
      </p:pic>
      <p:pic>
        <p:nvPicPr>
          <p:cNvPr id="9" name="svg" descr="sv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51517" y="2127581"/>
            <a:ext cx="8627533" cy="3155950"/>
          </a:xfrm>
          <a:prstGeom prst="rect">
            <a:avLst/>
          </a:prstGeom>
        </p:spPr>
      </p:pic>
      <p:sp>
        <p:nvSpPr>
          <p:cNvPr id="10" name="dot field"/>
          <p:cNvSpPr/>
          <p:nvPr/>
        </p:nvSpPr>
        <p:spPr>
          <a:xfrm>
            <a:off x="609600" y="1860947"/>
            <a:ext cx="63500" cy="63500"/>
          </a:xfrm>
          <a:prstGeom prst="ellipse">
            <a:avLst/>
          </a:prstGeom>
          <a:solidFill>
            <a:srgbClr val="FDBB30"/>
          </a:solidFill>
          <a:ln/>
        </p:spPr>
      </p:sp>
      <p:pic>
        <p:nvPicPr>
          <p:cNvPr id="11" name="a node ring n-field" descr="a node ring n-field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9600" y="3213431"/>
            <a:ext cx="952500" cy="952500"/>
          </a:xfrm>
          <a:prstGeom prst="rect">
            <a:avLst/>
          </a:prstGeom>
        </p:spPr>
      </p:pic>
      <p:pic>
        <p:nvPicPr>
          <p:cNvPr id="12" name="ic" descr="ic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73667" y="3527160"/>
            <a:ext cx="224367" cy="101600"/>
          </a:xfrm>
          <a:prstGeom prst="rect">
            <a:avLst/>
          </a:prstGeom>
        </p:spPr>
      </p:pic>
      <p:pic>
        <p:nvPicPr>
          <p:cNvPr id="13" name="li" descr="li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09600" y="4451681"/>
            <a:ext cx="88900" cy="12700"/>
          </a:xfrm>
          <a:prstGeom prst="rect">
            <a:avLst/>
          </a:prstGeom>
        </p:spPr>
      </p:pic>
      <p:pic>
        <p:nvPicPr>
          <p:cNvPr id="14" name="li" descr="li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09600" y="4666655"/>
            <a:ext cx="88900" cy="12700"/>
          </a:xfrm>
          <a:prstGeom prst="rect">
            <a:avLst/>
          </a:prstGeom>
        </p:spPr>
      </p:pic>
      <p:pic>
        <p:nvPicPr>
          <p:cNvPr id="15" name="li" descr="li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09600" y="4883745"/>
            <a:ext cx="88900" cy="12700"/>
          </a:xfrm>
          <a:prstGeom prst="rect">
            <a:avLst/>
          </a:prstGeom>
        </p:spPr>
      </p:pic>
      <p:pic>
        <p:nvPicPr>
          <p:cNvPr id="16" name="a node ring joint" descr="a node ring joint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2590800" y="3511881"/>
            <a:ext cx="355600" cy="355600"/>
          </a:xfrm>
          <a:prstGeom prst="rect">
            <a:avLst/>
          </a:prstGeom>
        </p:spPr>
      </p:pic>
      <p:pic>
        <p:nvPicPr>
          <p:cNvPr id="17" name="ic" descr="ic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2702983" y="3624064"/>
            <a:ext cx="131233" cy="131233"/>
          </a:xfrm>
          <a:prstGeom prst="rect">
            <a:avLst/>
          </a:prstGeom>
        </p:spPr>
      </p:pic>
      <p:sp>
        <p:nvSpPr>
          <p:cNvPr id="18" name="a ms"/>
          <p:cNvSpPr/>
          <p:nvPr/>
        </p:nvSpPr>
        <p:spPr>
          <a:xfrm>
            <a:off x="2404170" y="3947914"/>
            <a:ext cx="728861" cy="266700"/>
          </a:xfrm>
          <a:prstGeom prst="roundRect">
            <a:avLst>
              <a:gd name="adj" fmla="val 50000"/>
            </a:avLst>
          </a:prstGeom>
          <a:solidFill>
            <a:srgbClr val="E9F6FD"/>
          </a:solidFill>
          <a:ln/>
        </p:spPr>
      </p:sp>
      <p:sp>
        <p:nvSpPr>
          <p:cNvPr id="19" name="dot people"/>
          <p:cNvSpPr/>
          <p:nvPr/>
        </p:nvSpPr>
        <p:spPr>
          <a:xfrm>
            <a:off x="4178300" y="1860947"/>
            <a:ext cx="63500" cy="63500"/>
          </a:xfrm>
          <a:prstGeom prst="ellipse">
            <a:avLst/>
          </a:prstGeom>
          <a:solidFill>
            <a:srgbClr val="00A94F"/>
          </a:solidFill>
          <a:ln/>
        </p:spPr>
      </p:sp>
      <p:pic>
        <p:nvPicPr>
          <p:cNvPr id="20" name="li" descr="li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4178300" y="2407113"/>
            <a:ext cx="88900" cy="12700"/>
          </a:xfrm>
          <a:prstGeom prst="rect">
            <a:avLst/>
          </a:prstGeom>
        </p:spPr>
      </p:pic>
      <p:pic>
        <p:nvPicPr>
          <p:cNvPr id="21" name="li" descr="li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4178300" y="2622087"/>
            <a:ext cx="88900" cy="12700"/>
          </a:xfrm>
          <a:prstGeom prst="rect">
            <a:avLst/>
          </a:prstGeom>
        </p:spPr>
      </p:pic>
      <p:sp>
        <p:nvSpPr>
          <p:cNvPr id="22" name="a node n-ppl"/>
          <p:cNvSpPr/>
          <p:nvPr/>
        </p:nvSpPr>
        <p:spPr>
          <a:xfrm>
            <a:off x="4229100" y="2881114"/>
            <a:ext cx="533400" cy="533400"/>
          </a:xfrm>
          <a:prstGeom prst="ellipse">
            <a:avLst/>
          </a:prstGeom>
          <a:solidFill>
            <a:srgbClr val="E5F6EC"/>
          </a:solidFill>
          <a:ln w="12700">
            <a:solidFill>
              <a:srgbClr val="00A94F"/>
            </a:solidFill>
            <a:prstDash val="solid"/>
          </a:ln>
        </p:spPr>
      </p:sp>
      <p:pic>
        <p:nvPicPr>
          <p:cNvPr id="23" name="ic" descr="ic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4425950" y="2990949"/>
            <a:ext cx="139700" cy="139700"/>
          </a:xfrm>
          <a:prstGeom prst="rect">
            <a:avLst/>
          </a:prstGeom>
        </p:spPr>
      </p:pic>
      <p:sp>
        <p:nvSpPr>
          <p:cNvPr id="24" name="a node n-tch"/>
          <p:cNvSpPr/>
          <p:nvPr/>
        </p:nvSpPr>
        <p:spPr>
          <a:xfrm>
            <a:off x="4229100" y="3960614"/>
            <a:ext cx="533400" cy="533400"/>
          </a:xfrm>
          <a:prstGeom prst="ellipse">
            <a:avLst/>
          </a:prstGeom>
          <a:solidFill>
            <a:srgbClr val="EEF4FC"/>
          </a:solidFill>
          <a:ln w="12700">
            <a:solidFill>
              <a:srgbClr val="004B8D"/>
            </a:solidFill>
            <a:prstDash val="solid"/>
          </a:ln>
        </p:spPr>
      </p:sp>
      <p:pic>
        <p:nvPicPr>
          <p:cNvPr id="25" name="ic" descr="ic">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4432300" y="4070449"/>
            <a:ext cx="127000" cy="139700"/>
          </a:xfrm>
          <a:prstGeom prst="rect">
            <a:avLst/>
          </a:prstGeom>
        </p:spPr>
      </p:pic>
      <p:pic>
        <p:nvPicPr>
          <p:cNvPr id="26" name="a node ring joint" descr="a node ring joint">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6718300" y="3511881"/>
            <a:ext cx="355600" cy="355600"/>
          </a:xfrm>
          <a:prstGeom prst="rect">
            <a:avLst/>
          </a:prstGeom>
        </p:spPr>
      </p:pic>
      <p:pic>
        <p:nvPicPr>
          <p:cNvPr id="27" name="ic" descr="ic">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6843183" y="3649464"/>
            <a:ext cx="112183" cy="80433"/>
          </a:xfrm>
          <a:prstGeom prst="rect">
            <a:avLst/>
          </a:prstGeom>
        </p:spPr>
      </p:pic>
      <p:sp>
        <p:nvSpPr>
          <p:cNvPr id="28" name="a ms"/>
          <p:cNvSpPr/>
          <p:nvPr/>
        </p:nvSpPr>
        <p:spPr>
          <a:xfrm>
            <a:off x="6531670" y="3947914"/>
            <a:ext cx="728861" cy="266700"/>
          </a:xfrm>
          <a:prstGeom prst="roundRect">
            <a:avLst>
              <a:gd name="adj" fmla="val 50000"/>
            </a:avLst>
          </a:prstGeom>
          <a:solidFill>
            <a:srgbClr val="E9F6FD"/>
          </a:solidFill>
          <a:ln/>
        </p:spPr>
      </p:sp>
      <p:pic>
        <p:nvPicPr>
          <p:cNvPr id="29" name="a node n-imp" descr="a node n-imp">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7689850" y="3149931"/>
            <a:ext cx="1079500" cy="1079500"/>
          </a:xfrm>
          <a:prstGeom prst="rect">
            <a:avLst/>
          </a:prstGeom>
        </p:spPr>
      </p:pic>
      <p:pic>
        <p:nvPicPr>
          <p:cNvPr id="30" name="ic" descr="ic">    </p:cNvPr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8123767" y="3485654"/>
            <a:ext cx="211667" cy="127000"/>
          </a:xfrm>
          <a:prstGeom prst="rect">
            <a:avLst/>
          </a:prstGeom>
        </p:spPr>
      </p:pic>
      <p:sp>
        <p:nvSpPr>
          <p:cNvPr id="31" name="dot tech"/>
          <p:cNvSpPr/>
          <p:nvPr/>
        </p:nvSpPr>
        <p:spPr>
          <a:xfrm>
            <a:off x="4178300" y="4693047"/>
            <a:ext cx="63500" cy="63500"/>
          </a:xfrm>
          <a:prstGeom prst="ellipse">
            <a:avLst/>
          </a:prstGeom>
          <a:solidFill>
            <a:srgbClr val="004B8D"/>
          </a:solidFill>
          <a:ln/>
        </p:spPr>
      </p:sp>
      <p:pic>
        <p:nvPicPr>
          <p:cNvPr id="32" name="li c1 r3" descr="li c1 r3">    </p:cNvPr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4178300" y="5251913"/>
            <a:ext cx="88900" cy="12700"/>
          </a:xfrm>
          <a:prstGeom prst="rect">
            <a:avLst/>
          </a:prstGeom>
        </p:spPr>
      </p:pic>
      <p:pic>
        <p:nvPicPr>
          <p:cNvPr id="33" name="li c1 r4" descr="li c1 r4">    </p:cNvPr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4178300" y="5466887"/>
            <a:ext cx="88900" cy="12700"/>
          </a:xfrm>
          <a:prstGeom prst="rect">
            <a:avLst/>
          </a:prstGeom>
        </p:spPr>
      </p:pic>
      <p:pic>
        <p:nvPicPr>
          <p:cNvPr id="34" name="i" descr="i">    </p:cNvPr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6382213" y="5250392"/>
            <a:ext cx="374650" cy="12700"/>
          </a:xfrm>
          <a:prstGeom prst="rect">
            <a:avLst/>
          </a:prstGeom>
        </p:spPr>
      </p:pic>
      <p:pic>
        <p:nvPicPr>
          <p:cNvPr id="35" name="ic" descr="ic">    </p:cNvPr>
          <p:cNvPicPr>
            <a:picLocks noChangeAspect="1"/>
          </p:cNvPicPr>
          <p:nvPr/>
        </p:nvPicPr>
        <p:blipFill>
          <a:blip r:embed="rId21"/>
          <a:stretch>
            <a:fillRect/>
          </a:stretch>
        </p:blipFill>
        <p:spPr>
          <a:xfrm>
            <a:off x="6796617" y="5229225"/>
            <a:ext cx="33867" cy="55033"/>
          </a:xfrm>
          <a:prstGeom prst="rect">
            <a:avLst/>
          </a:prstGeom>
        </p:spPr>
      </p:pic>
      <p:pic>
        <p:nvPicPr>
          <p:cNvPr id="36" name="i" descr="i">    </p:cNvPr>
          <p:cNvPicPr>
            <a:picLocks noChangeAspect="1"/>
          </p:cNvPicPr>
          <p:nvPr/>
        </p:nvPicPr>
        <p:blipFill>
          <a:blip r:embed="rId22"/>
          <a:stretch>
            <a:fillRect/>
          </a:stretch>
        </p:blipFill>
        <p:spPr>
          <a:xfrm>
            <a:off x="6382213" y="5461132"/>
            <a:ext cx="374650" cy="12700"/>
          </a:xfrm>
          <a:prstGeom prst="rect">
            <a:avLst/>
          </a:prstGeom>
        </p:spPr>
      </p:pic>
      <p:pic>
        <p:nvPicPr>
          <p:cNvPr id="37" name="ic" descr="ic">    </p:cNvPr>
          <p:cNvPicPr>
            <a:picLocks noChangeAspect="1"/>
          </p:cNvPicPr>
          <p:nvPr/>
        </p:nvPicPr>
        <p:blipFill>
          <a:blip r:embed="rId23"/>
          <a:stretch>
            <a:fillRect/>
          </a:stretch>
        </p:blipFill>
        <p:spPr>
          <a:xfrm>
            <a:off x="6796617" y="5439966"/>
            <a:ext cx="33867" cy="55033"/>
          </a:xfrm>
          <a:prstGeom prst="rect">
            <a:avLst/>
          </a:prstGeom>
        </p:spPr>
      </p:pic>
      <p:sp>
        <p:nvSpPr>
          <p:cNvPr id="38" name="dot field"/>
          <p:cNvSpPr/>
          <p:nvPr/>
        </p:nvSpPr>
        <p:spPr>
          <a:xfrm>
            <a:off x="6959600" y="4693047"/>
            <a:ext cx="63500" cy="63500"/>
          </a:xfrm>
          <a:prstGeom prst="ellipse">
            <a:avLst/>
          </a:prstGeom>
          <a:solidFill>
            <a:srgbClr val="FDBB30"/>
          </a:solidFill>
          <a:ln/>
        </p:spPr>
      </p:sp>
      <p:pic>
        <p:nvPicPr>
          <p:cNvPr id="39" name="li c3 r3" descr="li c3 r3">    </p:cNvPr>
          <p:cNvPicPr>
            <a:picLocks noChangeAspect="1"/>
          </p:cNvPicPr>
          <p:nvPr/>
        </p:nvPicPr>
        <p:blipFill>
          <a:blip r:embed="rId24"/>
          <a:stretch>
            <a:fillRect/>
          </a:stretch>
        </p:blipFill>
        <p:spPr>
          <a:xfrm>
            <a:off x="6959600" y="5251913"/>
            <a:ext cx="88900" cy="12700"/>
          </a:xfrm>
          <a:prstGeom prst="rect">
            <a:avLst/>
          </a:prstGeom>
        </p:spPr>
      </p:pic>
      <p:pic>
        <p:nvPicPr>
          <p:cNvPr id="40" name="li c3 r4" descr="li c3 r4">    </p:cNvPr>
          <p:cNvPicPr>
            <a:picLocks noChangeAspect="1"/>
          </p:cNvPicPr>
          <p:nvPr/>
        </p:nvPicPr>
        <p:blipFill>
          <a:blip r:embed="rId25"/>
          <a:stretch>
            <a:fillRect/>
          </a:stretch>
        </p:blipFill>
        <p:spPr>
          <a:xfrm>
            <a:off x="6959600" y="5466887"/>
            <a:ext cx="88900" cy="12700"/>
          </a:xfrm>
          <a:prstGeom prst="rect">
            <a:avLst/>
          </a:prstGeom>
        </p:spPr>
      </p:pic>
      <p:sp>
        <p:nvSpPr>
          <p:cNvPr id="41" name="bd"/>
          <p:cNvSpPr/>
          <p:nvPr/>
        </p:nvSpPr>
        <p:spPr>
          <a:xfrm>
            <a:off x="10191750" y="2011164"/>
            <a:ext cx="241300" cy="2413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DBB30"/>
            </a:solidFill>
            <a:prstDash val="solid"/>
          </a:ln>
        </p:spPr>
      </p:sp>
      <p:pic>
        <p:nvPicPr>
          <p:cNvPr id="42" name="ic" descr="ic">    </p:cNvPr>
          <p:cNvPicPr>
            <a:picLocks noChangeAspect="1"/>
          </p:cNvPicPr>
          <p:nvPr/>
        </p:nvPicPr>
        <p:blipFill>
          <a:blip r:embed="rId26"/>
          <a:stretch>
            <a:fillRect/>
          </a:stretch>
        </p:blipFill>
        <p:spPr>
          <a:xfrm>
            <a:off x="10253133" y="2074664"/>
            <a:ext cx="124883" cy="124883"/>
          </a:xfrm>
          <a:prstGeom prst="rect">
            <a:avLst/>
          </a:prstGeom>
        </p:spPr>
      </p:pic>
      <p:sp>
        <p:nvSpPr>
          <p:cNvPr id="43" name="bd"/>
          <p:cNvSpPr/>
          <p:nvPr/>
        </p:nvSpPr>
        <p:spPr>
          <a:xfrm>
            <a:off x="10191750" y="3058914"/>
            <a:ext cx="241300" cy="2413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DBB30"/>
            </a:solidFill>
            <a:prstDash val="solid"/>
          </a:ln>
        </p:spPr>
      </p:sp>
      <p:pic>
        <p:nvPicPr>
          <p:cNvPr id="44" name="ic" descr="ic">    </p:cNvPr>
          <p:cNvPicPr>
            <a:picLocks noChangeAspect="1"/>
          </p:cNvPicPr>
          <p:nvPr/>
        </p:nvPicPr>
        <p:blipFill>
          <a:blip r:embed="rId27"/>
          <a:stretch>
            <a:fillRect/>
          </a:stretch>
        </p:blipFill>
        <p:spPr>
          <a:xfrm>
            <a:off x="10265833" y="3122414"/>
            <a:ext cx="93133" cy="118533"/>
          </a:xfrm>
          <a:prstGeom prst="rect">
            <a:avLst/>
          </a:prstGeom>
        </p:spPr>
      </p:pic>
      <p:sp>
        <p:nvSpPr>
          <p:cNvPr id="45" name="bd"/>
          <p:cNvSpPr/>
          <p:nvPr/>
        </p:nvSpPr>
        <p:spPr>
          <a:xfrm>
            <a:off x="10191750" y="4106664"/>
            <a:ext cx="241300" cy="2413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DBB30"/>
            </a:solidFill>
            <a:prstDash val="solid"/>
          </a:ln>
        </p:spPr>
      </p:sp>
      <p:pic>
        <p:nvPicPr>
          <p:cNvPr id="46" name="ic" descr="ic">    </p:cNvPr>
          <p:cNvPicPr>
            <a:picLocks noChangeAspect="1"/>
          </p:cNvPicPr>
          <p:nvPr/>
        </p:nvPicPr>
        <p:blipFill>
          <a:blip r:embed="rId28"/>
          <a:stretch>
            <a:fillRect/>
          </a:stretch>
        </p:blipFill>
        <p:spPr>
          <a:xfrm>
            <a:off x="10253133" y="4170164"/>
            <a:ext cx="118533" cy="118533"/>
          </a:xfrm>
          <a:prstGeom prst="rect">
            <a:avLst/>
          </a:prstGeom>
        </p:spPr>
      </p:pic>
      <p:sp>
        <p:nvSpPr>
          <p:cNvPr id="47" name="bd"/>
          <p:cNvSpPr/>
          <p:nvPr/>
        </p:nvSpPr>
        <p:spPr>
          <a:xfrm>
            <a:off x="10191750" y="5154414"/>
            <a:ext cx="241300" cy="2413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DBB30"/>
            </a:solidFill>
            <a:prstDash val="solid"/>
          </a:ln>
        </p:spPr>
      </p:sp>
      <p:pic>
        <p:nvPicPr>
          <p:cNvPr id="48" name="ic" descr="ic">    </p:cNvPr>
          <p:cNvPicPr>
            <a:picLocks noChangeAspect="1"/>
          </p:cNvPicPr>
          <p:nvPr/>
        </p:nvPicPr>
        <p:blipFill>
          <a:blip r:embed="rId29"/>
          <a:stretch>
            <a:fillRect/>
          </a:stretch>
        </p:blipFill>
        <p:spPr>
          <a:xfrm>
            <a:off x="10253133" y="5217914"/>
            <a:ext cx="118533" cy="118533"/>
          </a:xfrm>
          <a:prstGeom prst="rect">
            <a:avLst/>
          </a:prstGeom>
        </p:spPr>
      </p:pic>
      <p:sp>
        <p:nvSpPr>
          <p:cNvPr id="49" name="key"/>
          <p:cNvSpPr/>
          <p:nvPr/>
        </p:nvSpPr>
        <p:spPr>
          <a:xfrm>
            <a:off x="609600" y="5738614"/>
            <a:ext cx="10972800" cy="610791"/>
          </a:xfrm>
          <a:prstGeom prst="roundRect">
            <a:avLst>
              <a:gd name="adj" fmla="val 22872"/>
            </a:avLst>
          </a:prstGeom>
          <a:solidFill>
            <a:srgbClr val="0B2147"/>
          </a:solidFill>
          <a:ln/>
        </p:spPr>
      </p:sp>
      <p:sp>
        <p:nvSpPr>
          <p:cNvPr id="50" name="i"/>
          <p:cNvSpPr/>
          <p:nvPr/>
        </p:nvSpPr>
        <p:spPr>
          <a:xfrm>
            <a:off x="863600" y="6012259"/>
            <a:ext cx="63500" cy="63500"/>
          </a:xfrm>
          <a:prstGeom prst="ellipse">
            <a:avLst/>
          </a:prstGeom>
          <a:solidFill>
            <a:srgbClr val="00A94F"/>
          </a:solidFill>
          <a:ln/>
        </p:spPr>
      </p:sp>
      <p:sp>
        <p:nvSpPr>
          <p:cNvPr id="51" name="b"/>
          <p:cNvSpPr/>
          <p:nvPr/>
        </p:nvSpPr>
        <p:spPr>
          <a:xfrm>
            <a:off x="927100" y="6037659"/>
            <a:ext cx="88900" cy="12700"/>
          </a:xfrm>
          <a:prstGeom prst="rect">
            <a:avLst/>
          </a:prstGeom>
          <a:solidFill>
            <a:srgbClr val="C3CEDD"/>
          </a:solidFill>
          <a:ln/>
        </p:spPr>
      </p:sp>
      <p:sp>
        <p:nvSpPr>
          <p:cNvPr id="52" name="i"/>
          <p:cNvSpPr/>
          <p:nvPr/>
        </p:nvSpPr>
        <p:spPr>
          <a:xfrm>
            <a:off x="1016000" y="6012259"/>
            <a:ext cx="63500" cy="63500"/>
          </a:xfrm>
          <a:prstGeom prst="ellipse">
            <a:avLst/>
          </a:prstGeom>
          <a:solidFill>
            <a:srgbClr val="004B8D"/>
          </a:solidFill>
          <a:ln/>
        </p:spPr>
      </p:sp>
      <p:sp>
        <p:nvSpPr>
          <p:cNvPr id="53" name="b"/>
          <p:cNvSpPr/>
          <p:nvPr/>
        </p:nvSpPr>
        <p:spPr>
          <a:xfrm>
            <a:off x="1079500" y="6037659"/>
            <a:ext cx="88900" cy="12700"/>
          </a:xfrm>
          <a:prstGeom prst="rect">
            <a:avLst/>
          </a:prstGeom>
          <a:solidFill>
            <a:srgbClr val="C3CEDD"/>
          </a:solidFill>
          <a:ln/>
        </p:spPr>
      </p:sp>
      <p:sp>
        <p:nvSpPr>
          <p:cNvPr id="54" name="i"/>
          <p:cNvSpPr/>
          <p:nvPr/>
        </p:nvSpPr>
        <p:spPr>
          <a:xfrm>
            <a:off x="1168400" y="6012259"/>
            <a:ext cx="63500" cy="63500"/>
          </a:xfrm>
          <a:prstGeom prst="ellipse">
            <a:avLst/>
          </a:prstGeom>
          <a:solidFill>
            <a:srgbClr val="FDBB30"/>
          </a:solidFill>
          <a:ln/>
        </p:spPr>
      </p:sp>
      <p:sp>
        <p:nvSpPr>
          <p:cNvPr id="55" name="03"/>
          <p:cNvSpPr txBox="1"/>
          <p:nvPr/>
        </p:nvSpPr>
        <p:spPr>
          <a:xfrm>
            <a:off x="1066800" y="419100"/>
            <a:ext cx="241995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1100" spc="22" kern="0" dirty="0">
                <a:solidFill>
                  <a:srgbClr val="004B8D"/>
                </a:solidFill>
                <a:latin typeface="Pretendard ExtraBold" pitchFamily="34" charset="0"/>
                <a:ea typeface="Pretendard ExtraBold" pitchFamily="34" charset="-127"/>
                <a:cs typeface="Pretendard ExtraBold" pitchFamily="34" charset="-120"/>
              </a:rPr>
              <a:t>03</a:t>
            </a:r>
            <a:endParaRPr lang="en-US" sz="1100" dirty="0"/>
          </a:p>
        </p:txBody>
      </p:sp>
      <p:sp>
        <p:nvSpPr>
          <p:cNvPr id="56" name="PT 주제 2. 가치관과 핵심키워드의 연결점 &amp; 입사 후 실천"/>
          <p:cNvSpPr txBox="1"/>
          <p:nvPr/>
        </p:nvSpPr>
        <p:spPr>
          <a:xfrm>
            <a:off x="1346895" y="419100"/>
            <a:ext cx="323088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1100" spc="-11" kern="0" dirty="0">
                <a:solidFill>
                  <a:srgbClr val="6A7487"/>
                </a:solidFill>
                <a:latin typeface="Pretendard SemiBold" pitchFamily="34" charset="0"/>
                <a:ea typeface="Pretendard SemiBold" pitchFamily="34" charset="-127"/>
                <a:cs typeface="Pretendard SemiBold" pitchFamily="34" charset="-120"/>
              </a:rPr>
              <a:t>PT 주제 2. 가치관과 핵심키워드의 연결점 &amp; 입사 후 실천</a:t>
            </a:r>
            <a:endParaRPr lang="en-US" sz="1100" dirty="0"/>
          </a:p>
        </p:txBody>
      </p:sp>
      <p:sp>
        <p:nvSpPr>
          <p:cNvPr id="57" name="입사 후"/>
          <p:cNvSpPr txBox="1"/>
          <p:nvPr/>
        </p:nvSpPr>
        <p:spPr>
          <a:xfrm>
            <a:off x="609600" y="774005"/>
            <a:ext cx="609699" cy="2413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1600" spc="-32" kern="0" dirty="0">
                <a:solidFill>
                  <a:srgbClr val="3D4757"/>
                </a:solidFill>
                <a:latin typeface="Pretendard SemiBold" pitchFamily="34" charset="0"/>
                <a:ea typeface="Pretendard SemiBold" pitchFamily="34" charset="-127"/>
                <a:cs typeface="Pretendard SemiBold" pitchFamily="34" charset="-120"/>
              </a:rPr>
              <a:t>입사 후</a:t>
            </a:r>
            <a:endParaRPr lang="en-US" sz="1600" dirty="0"/>
          </a:p>
        </p:txBody>
      </p:sp>
      <p:sp>
        <p:nvSpPr>
          <p:cNvPr id="58" name="사람과 기술을 연결해 현장의 변화를 만들겠습니다."/>
          <p:cNvSpPr txBox="1"/>
          <p:nvPr/>
        </p:nvSpPr>
        <p:spPr>
          <a:xfrm>
            <a:off x="609600" y="1100336"/>
            <a:ext cx="7016962" cy="425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2800" spc="-98" kern="0" dirty="0">
                <a:solidFill>
                  <a:srgbClr val="004B8D"/>
                </a:solidFill>
                <a:latin typeface="Pretendard ExtraBold" pitchFamily="34" charset="0"/>
                <a:ea typeface="Pretendard ExtraBold" pitchFamily="34" charset="-127"/>
                <a:cs typeface="Pretendard ExtraBold" pitchFamily="34" charset="-120"/>
              </a:rPr>
              <a:t>사람</a:t>
            </a:r>
            <a:pPr algn="l" indent="0" marL="0">
              <a:buNone/>
            </a:pPr>
            <a:r>
              <a:rPr lang="ko-KR" altLang="en-US" sz="2800" spc="-98" kern="0" dirty="0">
                <a:solidFill>
                  <a:srgbClr val="0B2147"/>
                </a:solidFill>
                <a:latin typeface="Pretendard ExtraBold" pitchFamily="34" charset="0"/>
                <a:ea typeface="Pretendard ExtraBold" pitchFamily="34" charset="-127"/>
                <a:cs typeface="Pretendard ExtraBold" pitchFamily="34" charset="-120"/>
              </a:rPr>
              <a:t>과 </a:t>
            </a:r>
            <a:pPr algn="l" indent="0" marL="0">
              <a:buNone/>
            </a:pPr>
            <a:r>
              <a:rPr lang="ko-KR" altLang="en-US" sz="2800" spc="-98" kern="0" dirty="0">
                <a:solidFill>
                  <a:srgbClr val="004B8D"/>
                </a:solidFill>
                <a:latin typeface="Pretendard ExtraBold" pitchFamily="34" charset="0"/>
                <a:ea typeface="Pretendard ExtraBold" pitchFamily="34" charset="-127"/>
                <a:cs typeface="Pretendard ExtraBold" pitchFamily="34" charset="-120"/>
              </a:rPr>
              <a:t>기술</a:t>
            </a:r>
            <a:pPr algn="l" indent="0" marL="0">
              <a:buNone/>
            </a:pPr>
            <a:r>
              <a:rPr lang="ko-KR" altLang="en-US" sz="2800" spc="-98" kern="0" dirty="0">
                <a:solidFill>
                  <a:srgbClr val="0B2147"/>
                </a:solidFill>
                <a:latin typeface="Pretendard ExtraBold" pitchFamily="34" charset="0"/>
                <a:ea typeface="Pretendard ExtraBold" pitchFamily="34" charset="-127"/>
                <a:cs typeface="Pretendard ExtraBold" pitchFamily="34" charset="-120"/>
              </a:rPr>
              <a:t>을 연결해 </a:t>
            </a:r>
            <a:pPr algn="l" indent="0" marL="0">
              <a:buNone/>
            </a:pPr>
            <a:r>
              <a:rPr lang="ko-KR" altLang="en-US" sz="2800" spc="-98" kern="0" dirty="0">
                <a:solidFill>
                  <a:srgbClr val="004B8D"/>
                </a:solidFill>
                <a:latin typeface="Pretendard ExtraBold" pitchFamily="34" charset="0"/>
                <a:ea typeface="Pretendard ExtraBold" pitchFamily="34" charset="-127"/>
                <a:cs typeface="Pretendard ExtraBold" pitchFamily="34" charset="-120"/>
              </a:rPr>
              <a:t>현장의 변화</a:t>
            </a:r>
            <a:pPr algn="l" indent="0" marL="0">
              <a:buNone/>
            </a:pPr>
            <a:r>
              <a:rPr lang="ko-KR" altLang="en-US" sz="2800" spc="-98" kern="0" dirty="0">
                <a:solidFill>
                  <a:srgbClr val="0B2147"/>
                </a:solidFill>
                <a:latin typeface="Pretendard ExtraBold" pitchFamily="34" charset="0"/>
                <a:ea typeface="Pretendard ExtraBold" pitchFamily="34" charset="-127"/>
                <a:cs typeface="Pretendard ExtraBold" pitchFamily="34" charset="-120"/>
              </a:rPr>
              <a:t>를 만들겠습니다.</a:t>
            </a:r>
            <a:endParaRPr lang="en-US" sz="2800" dirty="0"/>
          </a:p>
        </p:txBody>
      </p:sp>
      <p:sp>
        <p:nvSpPr>
          <p:cNvPr id="59" name="STEP 01"/>
          <p:cNvSpPr txBox="1"/>
          <p:nvPr/>
        </p:nvSpPr>
        <p:spPr>
          <a:xfrm>
            <a:off x="736600" y="1814314"/>
            <a:ext cx="605929" cy="1460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950" spc="95" kern="0" dirty="0">
                <a:solidFill>
                  <a:srgbClr val="0B2147"/>
                </a:solidFill>
                <a:latin typeface="Pretendard ExtraBold" pitchFamily="34" charset="0"/>
                <a:ea typeface="Pretendard ExtraBold" pitchFamily="34" charset="-127"/>
                <a:cs typeface="Pretendard ExtraBold" pitchFamily="34" charset="-120"/>
              </a:rPr>
              <a:t>STEP 01</a:t>
            </a:r>
            <a:endParaRPr lang="en-US" sz="950" dirty="0"/>
          </a:p>
        </p:txBody>
      </p:sp>
      <p:sp>
        <p:nvSpPr>
          <p:cNvPr id="60" name="FIELD"/>
          <p:cNvSpPr txBox="1"/>
          <p:nvPr/>
        </p:nvSpPr>
        <p:spPr>
          <a:xfrm>
            <a:off x="1355229" y="1814314"/>
            <a:ext cx="468809" cy="1460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950" b="1" spc="152" kern="0" dirty="0">
                <a:solidFill>
                  <a:srgbClr val="3D4757"/>
                </a:solidFill>
                <a:latin typeface="Pretendard" pitchFamily="34" charset="0"/>
                <a:ea typeface="Pretendard" pitchFamily="34" charset="-127"/>
                <a:cs typeface="Pretendard" pitchFamily="34" charset="-120"/>
              </a:rPr>
              <a:t>FIELD</a:t>
            </a:r>
            <a:endParaRPr lang="en-US" sz="950" dirty="0"/>
          </a:p>
        </p:txBody>
      </p:sp>
      <p:sp>
        <p:nvSpPr>
          <p:cNvPr id="61" name="현장을 이해하겠습니다."/>
          <p:cNvSpPr txBox="1"/>
          <p:nvPr/>
        </p:nvSpPr>
        <p:spPr>
          <a:xfrm>
            <a:off x="609600" y="2015530"/>
            <a:ext cx="1776668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1500" spc="-45" kern="0" dirty="0">
                <a:solidFill>
                  <a:srgbClr val="0B2147"/>
                </a:solidFill>
                <a:latin typeface="Pretendard ExtraBold" pitchFamily="34" charset="0"/>
                <a:ea typeface="Pretendard ExtraBold" pitchFamily="34" charset="-127"/>
                <a:cs typeface="Pretendard ExtraBold" pitchFamily="34" charset="-120"/>
              </a:rPr>
              <a:t>현장을 이해하겠습니다.</a:t>
            </a:r>
            <a:endParaRPr lang="en-US" sz="1500" dirty="0"/>
          </a:p>
        </p:txBody>
      </p:sp>
      <p:sp>
        <p:nvSpPr>
          <p:cNvPr id="62" name="현장"/>
          <p:cNvSpPr txBox="1"/>
          <p:nvPr/>
        </p:nvSpPr>
        <p:spPr>
          <a:xfrm>
            <a:off x="890885" y="3696494"/>
            <a:ext cx="389930" cy="2413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altLang="en-US" sz="1600" spc="-48" kern="0" dirty="0">
                <a:solidFill>
                  <a:srgbClr val="0B2147"/>
                </a:solidFill>
                <a:latin typeface="Pretendard ExtraBold" pitchFamily="34" charset="0"/>
                <a:ea typeface="Pretendard ExtraBold" pitchFamily="34" charset="-127"/>
                <a:cs typeface="Pretendard ExtraBold" pitchFamily="34" charset="-120"/>
              </a:rPr>
              <a:t>현장</a:t>
            </a:r>
            <a:endParaRPr lang="en-US" sz="1600" dirty="0"/>
          </a:p>
        </p:txBody>
      </p:sp>
      <p:sp>
        <p:nvSpPr>
          <p:cNvPr id="63" name="도면, 시방서, 시공계획서 검토"/>
          <p:cNvSpPr txBox="1"/>
          <p:nvPr/>
        </p:nvSpPr>
        <p:spPr>
          <a:xfrm>
            <a:off x="774700" y="4367014"/>
            <a:ext cx="1742277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1150" spc="-23" kern="0" dirty="0">
                <a:solidFill>
                  <a:srgbClr val="3D4757"/>
                </a:solidFill>
                <a:latin typeface="Pretendard SemiBold" pitchFamily="34" charset="0"/>
                <a:ea typeface="Pretendard SemiBold" pitchFamily="34" charset="-127"/>
                <a:cs typeface="Pretendard SemiBold" pitchFamily="34" charset="-120"/>
              </a:rPr>
              <a:t>도면, 시방서, 시공계획서 검토</a:t>
            </a:r>
            <a:endParaRPr lang="en-US" sz="1150" dirty="0"/>
          </a:p>
        </p:txBody>
      </p:sp>
      <p:sp>
        <p:nvSpPr>
          <p:cNvPr id="64" name="공종별 시공방법과 선후행 관계 이해"/>
          <p:cNvSpPr txBox="1"/>
          <p:nvPr/>
        </p:nvSpPr>
        <p:spPr>
          <a:xfrm>
            <a:off x="774700" y="4584105"/>
            <a:ext cx="2095129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1150" spc="-23" kern="0" dirty="0">
                <a:solidFill>
                  <a:srgbClr val="3D4757"/>
                </a:solidFill>
                <a:latin typeface="Pretendard SemiBold" pitchFamily="34" charset="0"/>
                <a:ea typeface="Pretendard SemiBold" pitchFamily="34" charset="-127"/>
                <a:cs typeface="Pretendard SemiBold" pitchFamily="34" charset="-120"/>
              </a:rPr>
              <a:t>공종별 시공방법과 선후행 관계 이해</a:t>
            </a:r>
            <a:endParaRPr lang="en-US" sz="1150" dirty="0"/>
          </a:p>
        </p:txBody>
      </p:sp>
      <p:sp>
        <p:nvSpPr>
          <p:cNvPr id="65" name="작업일보를 통한 일일 작업 현황 파악"/>
          <p:cNvSpPr txBox="1"/>
          <p:nvPr/>
        </p:nvSpPr>
        <p:spPr>
          <a:xfrm>
            <a:off x="774700" y="4801195"/>
            <a:ext cx="2128784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1150" spc="-23" kern="0" dirty="0">
                <a:solidFill>
                  <a:srgbClr val="3D4757"/>
                </a:solidFill>
                <a:latin typeface="Pretendard SemiBold" pitchFamily="34" charset="0"/>
                <a:ea typeface="Pretendard SemiBold" pitchFamily="34" charset="-127"/>
                <a:cs typeface="Pretendard SemiBold" pitchFamily="34" charset="-120"/>
              </a:rPr>
              <a:t>작업일보를 통한 일일 작업 현황 파악</a:t>
            </a:r>
            <a:endParaRPr lang="en-US" sz="1150" dirty="0"/>
          </a:p>
        </p:txBody>
      </p:sp>
      <p:sp>
        <p:nvSpPr>
          <p:cNvPr id="66" name="문제 발견"/>
          <p:cNvSpPr txBox="1"/>
          <p:nvPr/>
        </p:nvSpPr>
        <p:spPr>
          <a:xfrm>
            <a:off x="2518470" y="3992662"/>
            <a:ext cx="551061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1100" spc="-22" kern="0" dirty="0">
                <a:solidFill>
                  <a:srgbClr val="0B2147"/>
                </a:solidFill>
                <a:latin typeface="Pretendard ExtraBold" pitchFamily="34" charset="0"/>
                <a:ea typeface="Pretendard ExtraBold" pitchFamily="34" charset="-127"/>
                <a:cs typeface="Pretendard ExtraBold" pitchFamily="34" charset="-120"/>
              </a:rPr>
              <a:t>문제 발견</a:t>
            </a:r>
            <a:endParaRPr lang="en-US" sz="1100" dirty="0"/>
          </a:p>
        </p:txBody>
      </p:sp>
      <p:sp>
        <p:nvSpPr>
          <p:cNvPr id="67" name="STEP 02"/>
          <p:cNvSpPr txBox="1"/>
          <p:nvPr/>
        </p:nvSpPr>
        <p:spPr>
          <a:xfrm>
            <a:off x="4305300" y="1814314"/>
            <a:ext cx="622697" cy="1460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950" spc="95" kern="0" dirty="0">
                <a:solidFill>
                  <a:srgbClr val="0B2147"/>
                </a:solidFill>
                <a:latin typeface="Pretendard ExtraBold" pitchFamily="34" charset="0"/>
                <a:ea typeface="Pretendard ExtraBold" pitchFamily="34" charset="-127"/>
                <a:cs typeface="Pretendard ExtraBold" pitchFamily="34" charset="-120"/>
              </a:rPr>
              <a:t>STEP 02</a:t>
            </a:r>
            <a:endParaRPr lang="en-US" sz="950" dirty="0"/>
          </a:p>
        </p:txBody>
      </p:sp>
      <p:sp>
        <p:nvSpPr>
          <p:cNvPr id="68" name="PEOPLE"/>
          <p:cNvSpPr txBox="1"/>
          <p:nvPr/>
        </p:nvSpPr>
        <p:spPr>
          <a:xfrm>
            <a:off x="4940697" y="1814314"/>
            <a:ext cx="615851" cy="1460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950" b="1" spc="152" kern="0" dirty="0">
                <a:solidFill>
                  <a:srgbClr val="00A94F"/>
                </a:solidFill>
                <a:latin typeface="Pretendard" pitchFamily="34" charset="0"/>
                <a:ea typeface="Pretendard" pitchFamily="34" charset="-127"/>
                <a:cs typeface="Pretendard" pitchFamily="34" charset="-120"/>
              </a:rPr>
              <a:t>PEOPLE</a:t>
            </a:r>
            <a:endParaRPr lang="en-US" sz="950" dirty="0"/>
          </a:p>
        </p:txBody>
      </p:sp>
      <p:sp>
        <p:nvSpPr>
          <p:cNvPr id="69" name="사람을 연결하겠습니다."/>
          <p:cNvSpPr txBox="1"/>
          <p:nvPr/>
        </p:nvSpPr>
        <p:spPr>
          <a:xfrm>
            <a:off x="4178300" y="2015530"/>
            <a:ext cx="1776668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1500" spc="-45" kern="0" dirty="0">
                <a:solidFill>
                  <a:srgbClr val="0B2147"/>
                </a:solidFill>
                <a:latin typeface="Pretendard ExtraBold" pitchFamily="34" charset="0"/>
                <a:ea typeface="Pretendard ExtraBold" pitchFamily="34" charset="-127"/>
                <a:cs typeface="Pretendard ExtraBold" pitchFamily="34" charset="-120"/>
              </a:rPr>
              <a:t>사람을 연결하겠습니다.</a:t>
            </a:r>
            <a:endParaRPr lang="en-US" sz="1500" dirty="0"/>
          </a:p>
        </p:txBody>
      </p:sp>
      <p:sp>
        <p:nvSpPr>
          <p:cNvPr id="70" name="유관부서 및 협력업체와 공정별 일정 공유"/>
          <p:cNvSpPr txBox="1"/>
          <p:nvPr/>
        </p:nvSpPr>
        <p:spPr>
          <a:xfrm>
            <a:off x="4343400" y="2320330"/>
            <a:ext cx="2390241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1150" spc="-23" kern="0" dirty="0">
                <a:solidFill>
                  <a:srgbClr val="3D4757"/>
                </a:solidFill>
                <a:latin typeface="Pretendard SemiBold" pitchFamily="34" charset="0"/>
                <a:ea typeface="Pretendard SemiBold" pitchFamily="34" charset="-127"/>
                <a:cs typeface="Pretendard SemiBold" pitchFamily="34" charset="-120"/>
              </a:rPr>
              <a:t>유관부서 및 협력업체와 공정별 일정 공유</a:t>
            </a:r>
            <a:endParaRPr lang="en-US" sz="1150" dirty="0"/>
          </a:p>
        </p:txBody>
      </p:sp>
      <p:sp>
        <p:nvSpPr>
          <p:cNvPr id="71" name="선후행 공정 간 작업 조건 확인 및 조율"/>
          <p:cNvSpPr txBox="1"/>
          <p:nvPr/>
        </p:nvSpPr>
        <p:spPr>
          <a:xfrm>
            <a:off x="4343400" y="2537420"/>
            <a:ext cx="2196094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1150" spc="-23" kern="0" dirty="0">
                <a:solidFill>
                  <a:srgbClr val="3D4757"/>
                </a:solidFill>
                <a:latin typeface="Pretendard SemiBold" pitchFamily="34" charset="0"/>
                <a:ea typeface="Pretendard SemiBold" pitchFamily="34" charset="-127"/>
                <a:cs typeface="Pretendard SemiBold" pitchFamily="34" charset="-120"/>
              </a:rPr>
              <a:t>선후행 공정 간 작업 조건 확인 및 조율</a:t>
            </a:r>
            <a:endParaRPr lang="en-US" sz="1150" dirty="0"/>
          </a:p>
        </p:txBody>
      </p:sp>
      <p:sp>
        <p:nvSpPr>
          <p:cNvPr id="72" name="사람"/>
          <p:cNvSpPr txBox="1"/>
          <p:nvPr/>
        </p:nvSpPr>
        <p:spPr>
          <a:xfrm>
            <a:off x="4343202" y="3136999"/>
            <a:ext cx="305098" cy="1841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altLang="en-US" sz="1200" spc="-36" kern="0" dirty="0">
                <a:solidFill>
                  <a:srgbClr val="00A94F"/>
                </a:solidFill>
                <a:latin typeface="Pretendard ExtraBold" pitchFamily="34" charset="0"/>
                <a:ea typeface="Pretendard ExtraBold" pitchFamily="34" charset="-127"/>
                <a:cs typeface="Pretendard ExtraBold" pitchFamily="34" charset="-120"/>
              </a:rPr>
              <a:t>사람</a:t>
            </a:r>
            <a:endParaRPr lang="en-US" sz="1200" dirty="0"/>
          </a:p>
        </p:txBody>
      </p:sp>
      <p:sp>
        <p:nvSpPr>
          <p:cNvPr id="73" name="기술"/>
          <p:cNvSpPr txBox="1"/>
          <p:nvPr/>
        </p:nvSpPr>
        <p:spPr>
          <a:xfrm>
            <a:off x="4343202" y="4216499"/>
            <a:ext cx="305098" cy="1841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altLang="en-US" sz="1200" spc="-36" kern="0" dirty="0">
                <a:solidFill>
                  <a:srgbClr val="004B8D"/>
                </a:solidFill>
                <a:latin typeface="Pretendard ExtraBold" pitchFamily="34" charset="0"/>
                <a:ea typeface="Pretendard ExtraBold" pitchFamily="34" charset="-127"/>
                <a:cs typeface="Pretendard ExtraBold" pitchFamily="34" charset="-120"/>
              </a:rPr>
              <a:t>기술</a:t>
            </a:r>
            <a:endParaRPr lang="en-US" sz="1200" dirty="0"/>
          </a:p>
        </p:txBody>
      </p:sp>
      <p:sp>
        <p:nvSpPr>
          <p:cNvPr id="74" name="문제 해결"/>
          <p:cNvSpPr txBox="1"/>
          <p:nvPr/>
        </p:nvSpPr>
        <p:spPr>
          <a:xfrm>
            <a:off x="6645970" y="3992662"/>
            <a:ext cx="551061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1100" spc="-22" kern="0" dirty="0">
                <a:solidFill>
                  <a:srgbClr val="0B2147"/>
                </a:solidFill>
                <a:latin typeface="Pretendard ExtraBold" pitchFamily="34" charset="0"/>
                <a:ea typeface="Pretendard ExtraBold" pitchFamily="34" charset="-127"/>
                <a:cs typeface="Pretendard ExtraBold" pitchFamily="34" charset="-120"/>
              </a:rPr>
              <a:t>문제 해결</a:t>
            </a:r>
            <a:endParaRPr lang="en-US" sz="1100" dirty="0"/>
          </a:p>
        </p:txBody>
      </p:sp>
      <p:sp>
        <p:nvSpPr>
          <p:cNvPr id="75" name="변화"/>
          <p:cNvSpPr txBox="1"/>
          <p:nvPr/>
        </p:nvSpPr>
        <p:spPr>
          <a:xfrm>
            <a:off x="8013402" y="3688854"/>
            <a:ext cx="432296" cy="2730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altLang="en-US" sz="1800" spc="-54" kern="0" dirty="0">
                <a:solidFill>
                  <a:srgbClr val="FFFFFF"/>
                </a:solidFill>
                <a:latin typeface="Pretendard ExtraBold" pitchFamily="34" charset="0"/>
                <a:ea typeface="Pretendard ExtraBold" pitchFamily="34" charset="-127"/>
                <a:cs typeface="Pretendard ExtraBold" pitchFamily="34" charset="-120"/>
              </a:rPr>
              <a:t>변화</a:t>
            </a:r>
            <a:endParaRPr lang="en-US" sz="1800" dirty="0"/>
          </a:p>
        </p:txBody>
      </p:sp>
      <p:sp>
        <p:nvSpPr>
          <p:cNvPr id="76" name="STEP 03"/>
          <p:cNvSpPr txBox="1"/>
          <p:nvPr/>
        </p:nvSpPr>
        <p:spPr>
          <a:xfrm>
            <a:off x="4305300" y="4646414"/>
            <a:ext cx="626170" cy="1460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950" spc="95" kern="0" dirty="0">
                <a:solidFill>
                  <a:srgbClr val="0B2147"/>
                </a:solidFill>
                <a:latin typeface="Pretendard ExtraBold" pitchFamily="34" charset="0"/>
                <a:ea typeface="Pretendard ExtraBold" pitchFamily="34" charset="-127"/>
                <a:cs typeface="Pretendard ExtraBold" pitchFamily="34" charset="-120"/>
              </a:rPr>
              <a:t>STEP 03</a:t>
            </a:r>
            <a:endParaRPr lang="en-US" sz="950" dirty="0"/>
          </a:p>
        </p:txBody>
      </p:sp>
      <p:sp>
        <p:nvSpPr>
          <p:cNvPr id="77" name="TECH"/>
          <p:cNvSpPr txBox="1"/>
          <p:nvPr/>
        </p:nvSpPr>
        <p:spPr>
          <a:xfrm>
            <a:off x="4944170" y="4646414"/>
            <a:ext cx="450751" cy="1460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950" b="1" spc="152" kern="0" dirty="0">
                <a:solidFill>
                  <a:srgbClr val="004B8D"/>
                </a:solidFill>
                <a:latin typeface="Pretendard" pitchFamily="34" charset="0"/>
                <a:ea typeface="Pretendard" pitchFamily="34" charset="-127"/>
                <a:cs typeface="Pretendard" pitchFamily="34" charset="-120"/>
              </a:rPr>
              <a:t>TECH</a:t>
            </a:r>
            <a:endParaRPr lang="en-US" sz="950" dirty="0"/>
          </a:p>
        </p:txBody>
      </p:sp>
      <p:sp>
        <p:nvSpPr>
          <p:cNvPr id="78" name="기술을 연결하겠습니다."/>
          <p:cNvSpPr txBox="1"/>
          <p:nvPr/>
        </p:nvSpPr>
        <p:spPr>
          <a:xfrm>
            <a:off x="4178300" y="4847630"/>
            <a:ext cx="1776668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1500" spc="-45" kern="0" dirty="0">
                <a:solidFill>
                  <a:srgbClr val="0B2147"/>
                </a:solidFill>
                <a:latin typeface="Pretendard ExtraBold" pitchFamily="34" charset="0"/>
                <a:ea typeface="Pretendard ExtraBold" pitchFamily="34" charset="-127"/>
                <a:cs typeface="Pretendard ExtraBold" pitchFamily="34" charset="-120"/>
              </a:rPr>
              <a:t>기술을 연결하겠습니다.</a:t>
            </a:r>
            <a:endParaRPr lang="en-US" sz="1500" dirty="0"/>
          </a:p>
        </p:txBody>
      </p:sp>
      <p:sp>
        <p:nvSpPr>
          <p:cNvPr id="79" name="BIM 기반 간섭 · 시공성 검토 지원"/>
          <p:cNvSpPr txBox="1"/>
          <p:nvPr/>
        </p:nvSpPr>
        <p:spPr>
          <a:xfrm>
            <a:off x="4343400" y="5165130"/>
            <a:ext cx="1942209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1150" spc="-23" kern="0" dirty="0">
                <a:solidFill>
                  <a:srgbClr val="3D4757"/>
                </a:solidFill>
                <a:latin typeface="Pretendard SemiBold" pitchFamily="34" charset="0"/>
                <a:ea typeface="Pretendard SemiBold" pitchFamily="34" charset="-127"/>
                <a:cs typeface="Pretendard SemiBold" pitchFamily="34" charset="-120"/>
              </a:rPr>
              <a:t>BIM 기반 간섭 · 시공성 검토 지원</a:t>
            </a:r>
            <a:endParaRPr lang="en-US" sz="1150" dirty="0"/>
          </a:p>
        </p:txBody>
      </p:sp>
      <p:sp>
        <p:nvSpPr>
          <p:cNvPr id="80" name="AI 기반 반복 업무 자동화 방안 발굴"/>
          <p:cNvSpPr txBox="1"/>
          <p:nvPr/>
        </p:nvSpPr>
        <p:spPr>
          <a:xfrm>
            <a:off x="4343400" y="5382220"/>
            <a:ext cx="2042227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1150" spc="-23" kern="0" dirty="0">
                <a:solidFill>
                  <a:srgbClr val="3D4757"/>
                </a:solidFill>
                <a:latin typeface="Pretendard SemiBold" pitchFamily="34" charset="0"/>
                <a:ea typeface="Pretendard SemiBold" pitchFamily="34" charset="-127"/>
                <a:cs typeface="Pretendard SemiBold" pitchFamily="34" charset="-120"/>
              </a:rPr>
              <a:t>AI 기반 반복 업무 자동화 방안 발굴</a:t>
            </a:r>
            <a:endParaRPr lang="en-US" sz="1150" dirty="0"/>
          </a:p>
        </p:txBody>
      </p:sp>
      <p:sp>
        <p:nvSpPr>
          <p:cNvPr id="81" name="STEP 04"/>
          <p:cNvSpPr txBox="1"/>
          <p:nvPr/>
        </p:nvSpPr>
        <p:spPr>
          <a:xfrm>
            <a:off x="7086600" y="4646414"/>
            <a:ext cx="628749" cy="1460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950" spc="95" kern="0" dirty="0">
                <a:solidFill>
                  <a:srgbClr val="0B2147"/>
                </a:solidFill>
                <a:latin typeface="Pretendard ExtraBold" pitchFamily="34" charset="0"/>
                <a:ea typeface="Pretendard ExtraBold" pitchFamily="34" charset="-127"/>
                <a:cs typeface="Pretendard ExtraBold" pitchFamily="34" charset="-120"/>
              </a:rPr>
              <a:t>STEP 04</a:t>
            </a:r>
            <a:endParaRPr lang="en-US" sz="950" dirty="0"/>
          </a:p>
        </p:txBody>
      </p:sp>
      <p:sp>
        <p:nvSpPr>
          <p:cNvPr id="82" name="IMPROVE"/>
          <p:cNvSpPr txBox="1"/>
          <p:nvPr/>
        </p:nvSpPr>
        <p:spPr>
          <a:xfrm>
            <a:off x="7728049" y="4646414"/>
            <a:ext cx="719634" cy="1460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950" b="1" spc="152" kern="0" dirty="0">
                <a:solidFill>
                  <a:srgbClr val="3D4757"/>
                </a:solidFill>
                <a:latin typeface="Pretendard" pitchFamily="34" charset="0"/>
                <a:ea typeface="Pretendard" pitchFamily="34" charset="-127"/>
                <a:cs typeface="Pretendard" pitchFamily="34" charset="-120"/>
              </a:rPr>
              <a:t>IMPROVE</a:t>
            </a:r>
            <a:endParaRPr lang="en-US" sz="950" dirty="0"/>
          </a:p>
        </p:txBody>
      </p:sp>
      <p:sp>
        <p:nvSpPr>
          <p:cNvPr id="83" name="작은 개선부터 변화를 만들겠습니다."/>
          <p:cNvSpPr txBox="1"/>
          <p:nvPr/>
        </p:nvSpPr>
        <p:spPr>
          <a:xfrm>
            <a:off x="6959600" y="4847630"/>
            <a:ext cx="2697133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1500" spc="-45" kern="0" dirty="0">
                <a:solidFill>
                  <a:srgbClr val="0B2147"/>
                </a:solidFill>
                <a:latin typeface="Pretendard ExtraBold" pitchFamily="34" charset="0"/>
                <a:ea typeface="Pretendard ExtraBold" pitchFamily="34" charset="-127"/>
                <a:cs typeface="Pretendard ExtraBold" pitchFamily="34" charset="-120"/>
              </a:rPr>
              <a:t>작은 개선부터 변화를 만들겠습니다.</a:t>
            </a:r>
            <a:endParaRPr lang="en-US" sz="1500" dirty="0"/>
          </a:p>
        </p:txBody>
      </p:sp>
      <p:sp>
        <p:nvSpPr>
          <p:cNvPr id="84" name="공정 간 간섭 사전 발견"/>
          <p:cNvSpPr txBox="1"/>
          <p:nvPr/>
        </p:nvSpPr>
        <p:spPr>
          <a:xfrm>
            <a:off x="7124700" y="5165130"/>
            <a:ext cx="1310967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1150" spc="-23" kern="0" dirty="0">
                <a:solidFill>
                  <a:srgbClr val="3D4757"/>
                </a:solidFill>
                <a:latin typeface="Pretendard SemiBold" pitchFamily="34" charset="0"/>
                <a:ea typeface="Pretendard SemiBold" pitchFamily="34" charset="-127"/>
                <a:cs typeface="Pretendard SemiBold" pitchFamily="34" charset="-120"/>
              </a:rPr>
              <a:t>공정 간 간섭 사전 발견</a:t>
            </a:r>
            <a:endParaRPr lang="en-US" sz="1150" dirty="0"/>
          </a:p>
        </p:txBody>
      </p:sp>
      <p:sp>
        <p:nvSpPr>
          <p:cNvPr id="85" name="→"/>
          <p:cNvSpPr txBox="1"/>
          <p:nvPr/>
        </p:nvSpPr>
        <p:spPr>
          <a:xfrm>
            <a:off x="8437662" y="5165130"/>
            <a:ext cx="18256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1150" b="1" spc="-23" kern="0" dirty="0">
                <a:solidFill>
                  <a:srgbClr val="2A78DD"/>
                </a:solidFill>
                <a:latin typeface="Pretendard" pitchFamily="34" charset="0"/>
                <a:ea typeface="Pretendard" pitchFamily="34" charset="-127"/>
                <a:cs typeface="Pretendard" pitchFamily="34" charset="-120"/>
              </a:rPr>
              <a:t>→</a:t>
            </a:r>
            <a:endParaRPr lang="en-US" sz="1150" dirty="0"/>
          </a:p>
        </p:txBody>
      </p:sp>
      <p:sp>
        <p:nvSpPr>
          <p:cNvPr id="86" name="재작업 감소"/>
          <p:cNvSpPr txBox="1"/>
          <p:nvPr/>
        </p:nvSpPr>
        <p:spPr>
          <a:xfrm>
            <a:off x="8645624" y="5165130"/>
            <a:ext cx="697111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1150" spc="-23" kern="0" dirty="0">
                <a:solidFill>
                  <a:srgbClr val="0B2147"/>
                </a:solidFill>
                <a:latin typeface="Pretendard ExtraBold" pitchFamily="34" charset="0"/>
                <a:ea typeface="Pretendard ExtraBold" pitchFamily="34" charset="-127"/>
                <a:cs typeface="Pretendard ExtraBold" pitchFamily="34" charset="-120"/>
              </a:rPr>
              <a:t>재작업 감소</a:t>
            </a:r>
            <a:endParaRPr lang="en-US" sz="1150" dirty="0"/>
          </a:p>
        </p:txBody>
      </p:sp>
      <p:sp>
        <p:nvSpPr>
          <p:cNvPr id="87" name="반복 업무 효율화"/>
          <p:cNvSpPr txBox="1"/>
          <p:nvPr/>
        </p:nvSpPr>
        <p:spPr>
          <a:xfrm>
            <a:off x="7124700" y="5382220"/>
            <a:ext cx="9822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1150" spc="-23" kern="0" dirty="0">
                <a:solidFill>
                  <a:srgbClr val="3D4757"/>
                </a:solidFill>
                <a:latin typeface="Pretendard SemiBold" pitchFamily="34" charset="0"/>
                <a:ea typeface="Pretendard SemiBold" pitchFamily="34" charset="-127"/>
                <a:cs typeface="Pretendard SemiBold" pitchFamily="34" charset="-120"/>
              </a:rPr>
              <a:t>반복 업무 효율화</a:t>
            </a:r>
            <a:endParaRPr lang="en-US" sz="1150" dirty="0"/>
          </a:p>
        </p:txBody>
      </p:sp>
      <p:sp>
        <p:nvSpPr>
          <p:cNvPr id="88" name="→"/>
          <p:cNvSpPr txBox="1"/>
          <p:nvPr/>
        </p:nvSpPr>
        <p:spPr>
          <a:xfrm>
            <a:off x="8127504" y="5382220"/>
            <a:ext cx="18256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1150" b="1" spc="-23" kern="0" dirty="0">
                <a:solidFill>
                  <a:srgbClr val="2A78DD"/>
                </a:solidFill>
                <a:latin typeface="Pretendard" pitchFamily="34" charset="0"/>
                <a:ea typeface="Pretendard" pitchFamily="34" charset="-127"/>
                <a:cs typeface="Pretendard" pitchFamily="34" charset="-120"/>
              </a:rPr>
              <a:t>→</a:t>
            </a:r>
            <a:endParaRPr lang="en-US" sz="1150" dirty="0"/>
          </a:p>
        </p:txBody>
      </p:sp>
      <p:sp>
        <p:nvSpPr>
          <p:cNvPr id="89" name="본연의 업무에 집중"/>
          <p:cNvSpPr txBox="1"/>
          <p:nvPr/>
        </p:nvSpPr>
        <p:spPr>
          <a:xfrm>
            <a:off x="8335466" y="5382220"/>
            <a:ext cx="1108722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1150" spc="-23" kern="0" dirty="0">
                <a:solidFill>
                  <a:srgbClr val="0B2147"/>
                </a:solidFill>
                <a:latin typeface="Pretendard ExtraBold" pitchFamily="34" charset="0"/>
                <a:ea typeface="Pretendard ExtraBold" pitchFamily="34" charset="-127"/>
                <a:cs typeface="Pretendard ExtraBold" pitchFamily="34" charset="-120"/>
              </a:rPr>
              <a:t>본연의 업무에 집중</a:t>
            </a:r>
            <a:endParaRPr lang="en-US" sz="1150" dirty="0"/>
          </a:p>
        </p:txBody>
      </p:sp>
      <p:sp>
        <p:nvSpPr>
          <p:cNvPr id="90" name="공정 개선"/>
          <p:cNvSpPr txBox="1"/>
          <p:nvPr/>
        </p:nvSpPr>
        <p:spPr>
          <a:xfrm>
            <a:off x="10515600" y="2033984"/>
            <a:ext cx="597595" cy="1841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1200" b="1" spc="-24" kern="0" dirty="0">
                <a:solidFill>
                  <a:srgbClr val="0B2147"/>
                </a:solidFill>
                <a:latin typeface="Pretendard" pitchFamily="34" charset="0"/>
                <a:ea typeface="Pretendard" pitchFamily="34" charset="-127"/>
                <a:cs typeface="Pretendard" pitchFamily="34" charset="-120"/>
              </a:rPr>
              <a:t>공정 개선</a:t>
            </a:r>
            <a:endParaRPr lang="en-US" sz="1200" dirty="0"/>
          </a:p>
        </p:txBody>
      </p:sp>
      <p:sp>
        <p:nvSpPr>
          <p:cNvPr id="91" name="품질 개선"/>
          <p:cNvSpPr txBox="1"/>
          <p:nvPr/>
        </p:nvSpPr>
        <p:spPr>
          <a:xfrm>
            <a:off x="10515600" y="3081734"/>
            <a:ext cx="597595" cy="1841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1200" b="1" spc="-24" kern="0" dirty="0">
                <a:solidFill>
                  <a:srgbClr val="0B2147"/>
                </a:solidFill>
                <a:latin typeface="Pretendard" pitchFamily="34" charset="0"/>
                <a:ea typeface="Pretendard" pitchFamily="34" charset="-127"/>
                <a:cs typeface="Pretendard" pitchFamily="34" charset="-120"/>
              </a:rPr>
              <a:t>품질 개선</a:t>
            </a:r>
            <a:endParaRPr lang="en-US" sz="1200" dirty="0"/>
          </a:p>
        </p:txBody>
      </p:sp>
      <p:sp>
        <p:nvSpPr>
          <p:cNvPr id="92" name="안전 개선"/>
          <p:cNvSpPr txBox="1"/>
          <p:nvPr/>
        </p:nvSpPr>
        <p:spPr>
          <a:xfrm>
            <a:off x="10515600" y="4129484"/>
            <a:ext cx="597595" cy="1841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1200" b="1" spc="-24" kern="0" dirty="0">
                <a:solidFill>
                  <a:srgbClr val="0B2147"/>
                </a:solidFill>
                <a:latin typeface="Pretendard" pitchFamily="34" charset="0"/>
                <a:ea typeface="Pretendard" pitchFamily="34" charset="-127"/>
                <a:cs typeface="Pretendard" pitchFamily="34" charset="-120"/>
              </a:rPr>
              <a:t>안전 개선</a:t>
            </a:r>
            <a:endParaRPr lang="en-US" sz="1200" dirty="0"/>
          </a:p>
        </p:txBody>
      </p:sp>
      <p:sp>
        <p:nvSpPr>
          <p:cNvPr id="93" name="생산성 개선"/>
          <p:cNvSpPr txBox="1"/>
          <p:nvPr/>
        </p:nvSpPr>
        <p:spPr>
          <a:xfrm>
            <a:off x="10515600" y="5177234"/>
            <a:ext cx="726281" cy="1841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1200" b="1" spc="-24" kern="0" dirty="0">
                <a:solidFill>
                  <a:srgbClr val="0B2147"/>
                </a:solidFill>
                <a:latin typeface="Pretendard" pitchFamily="34" charset="0"/>
                <a:ea typeface="Pretendard" pitchFamily="34" charset="-127"/>
                <a:cs typeface="Pretendard" pitchFamily="34" charset="-120"/>
              </a:rPr>
              <a:t>생산성 개선</a:t>
            </a:r>
            <a:endParaRPr lang="en-US" sz="1200" dirty="0"/>
          </a:p>
        </p:txBody>
      </p:sp>
      <p:sp>
        <p:nvSpPr>
          <p:cNvPr id="94" name="사람과 기술을 연결해 현장의 변화를 만들어가며, 현대엔지니어링의 Mean"/>
          <p:cNvSpPr txBox="1"/>
          <p:nvPr/>
        </p:nvSpPr>
        <p:spPr>
          <a:xfrm>
            <a:off x="1371600" y="5916414"/>
            <a:ext cx="9370288" cy="254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1700" b="1" spc="-51" kern="0" dirty="0">
                <a:solidFill>
                  <a:srgbClr val="FFFFFF"/>
                </a:solidFill>
                <a:latin typeface="Pretendard" pitchFamily="34" charset="0"/>
                <a:ea typeface="Pretendard" pitchFamily="34" charset="-127"/>
                <a:cs typeface="Pretendard" pitchFamily="34" charset="-120"/>
              </a:rPr>
              <a:t>사람과 기술을 연결해 </a:t>
            </a:r>
            <a:pPr algn="l" indent="0" marL="0">
              <a:buNone/>
            </a:pPr>
            <a:r>
              <a:rPr lang="ko-KR" altLang="en-US" sz="1700" b="1" spc="-51" kern="0" dirty="0">
                <a:solidFill>
                  <a:srgbClr val="FDBB30"/>
                </a:solidFill>
                <a:latin typeface="Pretendard" pitchFamily="34" charset="0"/>
                <a:ea typeface="Pretendard" pitchFamily="34" charset="-127"/>
                <a:cs typeface="Pretendard" pitchFamily="34" charset="-120"/>
              </a:rPr>
              <a:t>현장의 변화</a:t>
            </a:r>
            <a:pPr algn="l" indent="0" marL="0">
              <a:buNone/>
            </a:pPr>
            <a:r>
              <a:rPr lang="ko-KR" altLang="en-US" sz="1700" b="1" spc="-51" kern="0" dirty="0">
                <a:solidFill>
                  <a:srgbClr val="FFFFFF"/>
                </a:solidFill>
                <a:latin typeface="Pretendard" pitchFamily="34" charset="0"/>
                <a:ea typeface="Pretendard" pitchFamily="34" charset="-127"/>
                <a:cs typeface="Pretendard" pitchFamily="34" charset="-120"/>
              </a:rPr>
              <a:t>를 만들어가며, 현대엔지니어링의 </a:t>
            </a:r>
            <a:pPr algn="l" indent="0" marL="0">
              <a:buNone/>
            </a:pPr>
            <a:r>
              <a:rPr lang="ko-KR" altLang="en-US" sz="1700" b="1" spc="-51" kern="0" dirty="0">
                <a:solidFill>
                  <a:srgbClr val="FDBB30"/>
                </a:solidFill>
                <a:latin typeface="Pretendard" pitchFamily="34" charset="0"/>
                <a:ea typeface="Pretendard" pitchFamily="34" charset="-127"/>
                <a:cs typeface="Pretendard" pitchFamily="34" charset="-120"/>
              </a:rPr>
              <a:t>Meaningful Journey</a:t>
            </a:r>
            <a:pPr algn="l" indent="0" marL="0">
              <a:buNone/>
            </a:pPr>
            <a:r>
              <a:rPr lang="ko-KR" altLang="en-US" sz="1700" b="1" spc="-51" kern="0" dirty="0">
                <a:solidFill>
                  <a:srgbClr val="FFFFFF"/>
                </a:solidFill>
                <a:latin typeface="Pretendard" pitchFamily="34" charset="0"/>
                <a:ea typeface="Pretendard" pitchFamily="34" charset="-127"/>
                <a:cs typeface="Pretendard" pitchFamily="34" charset="-120"/>
              </a:rPr>
              <a:t>에 함께하겠습니다.</a:t>
            </a:r>
            <a:endParaRPr lang="en-US" sz="1700" dirty="0"/>
          </a:p>
        </p:txBody>
      </p:sp>
      <p:sp>
        <p:nvSpPr>
          <p:cNvPr id="95" name="2026년 하반기 신입사원 공개채용 | 공사관리 건축 직무 지원자 이현준"/>
          <p:cNvSpPr txBox="1"/>
          <p:nvPr/>
        </p:nvSpPr>
        <p:spPr>
          <a:xfrm>
            <a:off x="609600" y="6425605"/>
            <a:ext cx="3273685" cy="1333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900" spc="-9" kern="0" dirty="0">
                <a:solidFill>
                  <a:srgbClr val="6A7487"/>
                </a:solidFill>
                <a:latin typeface="Pretendard Medium" pitchFamily="34" charset="0"/>
                <a:ea typeface="Pretendard Medium" pitchFamily="34" charset="-127"/>
                <a:cs typeface="Pretendard Medium" pitchFamily="34" charset="-120"/>
              </a:rPr>
              <a:t>2026년 하반기 신입사원 공개채용 | 공사관리 건축 직무 지원자 이현준</a:t>
            </a:r>
            <a:endParaRPr lang="en-US" sz="900" dirty="0"/>
          </a:p>
        </p:txBody>
      </p:sp>
      <p:sp>
        <p:nvSpPr>
          <p:cNvPr id="96" name="03 / 03"/>
          <p:cNvSpPr txBox="1"/>
          <p:nvPr/>
        </p:nvSpPr>
        <p:spPr>
          <a:xfrm>
            <a:off x="11138892" y="6425605"/>
            <a:ext cx="494308" cy="1333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900" spc="54" kern="0" dirty="0">
                <a:solidFill>
                  <a:srgbClr val="004B8D"/>
                </a:solidFill>
                <a:latin typeface="Pretendard ExtraBold" pitchFamily="34" charset="0"/>
                <a:ea typeface="Pretendard ExtraBold" pitchFamily="34" charset="-127"/>
                <a:cs typeface="Pretendard ExtraBold" pitchFamily="34" charset="-120"/>
              </a:rPr>
              <a:t>03</a:t>
            </a:r>
            <a:pPr algn="l" indent="0" marL="0">
              <a:buNone/>
            </a:pPr>
            <a:r>
              <a:rPr lang="ko-KR" altLang="en-US" sz="900" b="1" spc="54" kern="0" dirty="0">
                <a:solidFill>
                  <a:srgbClr val="3D4757"/>
                </a:solidFill>
                <a:latin typeface="Pretendard" pitchFamily="34" charset="0"/>
                <a:ea typeface="Pretendard" pitchFamily="34" charset="-127"/>
                <a:cs typeface="Pretendard" pitchFamily="34" charset="-120"/>
              </a:rPr>
              <a:t> / 03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Pretendard ExtraBold"/>
        <a:ea typeface="Pretendard Medium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Pretendard Medium"/>
        <a:ea typeface="Pretendard Medium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</Slides>
  <Notes>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6" baseType="lpstr">
      <vt:lpstr>Arial</vt:lpstr>
      <vt:lpstr>Calibri</vt:lpstr>
      <vt:lpstr>Office Theme</vt:lpstr>
      <vt:lpstr>Slide 1</vt:lpstr>
      <vt:lpstr>Slide 2</vt:lpstr>
      <vt:lpstr>Slide 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현대엔지니어링 PT · 가로형</dc:title>
  <dc:subject>PptxGenJS Presentation</dc:subject>
  <dc:creator>PptxGenJS</dc:creator>
  <cp:lastModifiedBy>PptxGenJS</cp:lastModifiedBy>
  <cp:revision>1</cp:revision>
  <dcterms:created xsi:type="dcterms:W3CDTF">2026-10-11T11:38:30Z</dcterms:created>
  <dcterms:modified xsi:type="dcterms:W3CDTF">2026-10-11T11:38:30Z</dcterms:modified>
</cp:coreProperties>
</file>